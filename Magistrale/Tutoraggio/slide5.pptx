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B67E46-BBD7-46D5-9FDC-29BFA1203AD0}">
  <a:tblStyle styleId="{92B67E46-BBD7-46D5-9FDC-29BFA1203AD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slide" Target="slides/slide58.xml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2f9e57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d2f9e57d36_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2f3a92718_0_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d2f3a92718_0_2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d2f3a92718_0_2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2f3a9271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d2f3a9271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2f3a92718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2f3a92718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8838812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88388128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2f3a92718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d2f3a92718_2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88388128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883881280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88388128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88388128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2f3a92718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2f3a92718_2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2f3a92718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d2f3a92718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2f3a9271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d2f3a92718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2f3a9271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d2f3a92718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2f3a9271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2f3a92718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2f3a9271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d2f3a92718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2f3a9271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2f3a92718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2f3a9271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d2f3a92718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2f3a9271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d2f3a92718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2f3a92718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d2f3a92718_0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2f3a9271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d2f3a92718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d2f3a92718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d2f3a92718_4_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2f3a92718_4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d2f3a92718_4_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2f3a9271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d2f3a92718_0_2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2f3a92718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d2f3a92718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2f3a9271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d2f3a92718_0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2f3a92718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d2f3a92718_0_3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d2f3a92718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d2f3a92718_0_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d2f3a92718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d2f3a92718_0_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d2f3a92718_4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d2f3a92718_4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d2f3a92718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d2f3a92718_0_6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d2f3a92718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g3d2f3a92718_0_6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d2f3a92718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3d2f3a92718_0_6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d2f3a92718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g3d2f3a92718_0_7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d2f3a92718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g3d2f3a92718_0_7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d2f3a92718_4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g3d2f3a92718_4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d2f3a92718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g3d2f3a92718_0_7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d2f3a92718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g3d2f3a92718_0_8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d2f3a92718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g3d2f3a92718_0_8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d2f3a92718_4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g3d2f3a92718_4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d2f3a92718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d2f3a92718_0_9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d2f3a92718_4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g3d2f3a92718_4_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d2f3a92718_4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g3d2f3a92718_4_1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d2f3a92718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g3d2f3a92718_0_9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d2f3a92718_4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g3d2f3a92718_4_1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4" name="Google Shape;1094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d2f3a92718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g3d2f3a92718_0_9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d2f3a92718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g3d2f3a92718_0_9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778e8e1b299ba5b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g778e8e1b299ba5bb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778e8e1b299ba5bb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g778e8e1b299ba5bb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778e8e1b299ba5bb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g778e8e1b299ba5bb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778e8e1b299ba5bb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g778e8e1b299ba5bb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778e8e1b299ba5bb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g778e8e1b299ba5bb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778e8e1b299ba5bb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g778e8e1b299ba5bb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778e8e1b299ba5bb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g778e8e1b299ba5bb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778e8e1b299ba5bb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g778e8e1b299ba5bb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778e8e1b299ba5bb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g778e8e1b299ba5bb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3d368ca79ed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g3d368ca79ed_1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1" name="Google Shape;91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2" name="Google Shape;122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4" name="Google Shape;134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5" name="Google Shape;135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2" name="Google Shape;142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5" name="Google Shape;165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3" name="Google Shape;17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7" name="Google Shape;177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8" name="Google Shape;17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5" name="Google Shape;18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8" name="Google Shape;18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2" name="Google Shape;192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" name="Google Shape;193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97" name="Google Shape;19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1" name="Google Shape;20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5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5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5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0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Architettura dei sistemi di elaborazione (</a:t>
            </a:r>
            <a:r>
              <a:rPr b="1" lang="it" sz="3500">
                <a:solidFill>
                  <a:schemeClr val="dk1"/>
                </a:solidFill>
              </a:rPr>
              <a:t>5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8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/>
          <p:nvPr/>
        </p:nvSpPr>
        <p:spPr>
          <a:xfrm>
            <a:off x="548640" y="274320"/>
            <a:ext cx="804672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Indice</a:t>
            </a:r>
            <a:endParaRPr/>
          </a:p>
        </p:txBody>
      </p:sp>
      <p:sp>
        <p:nvSpPr>
          <p:cNvPr id="216" name="Google Shape;216;p39"/>
          <p:cNvSpPr/>
          <p:nvPr/>
        </p:nvSpPr>
        <p:spPr>
          <a:xfrm>
            <a:off x="548640" y="900000"/>
            <a:ext cx="8046720" cy="3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AutoNum type="arabicPeriod"/>
            </a:pPr>
            <a:r>
              <a:rPr b="0" i="0" lang="it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Espressioni Booleane: notazioni e rappresentazioni</a:t>
            </a:r>
            <a:endParaRPr sz="1800"/>
          </a:p>
          <a:p>
            <a:pPr indent="-355600" lvl="0" marL="45720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AutoNum type="arabicPeriod"/>
            </a:pPr>
            <a:r>
              <a:rPr lang="it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Circuiti logici: porte AND, OR, NOT, NAND, NOR</a:t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AutoNum type="arabicPeriod"/>
            </a:pPr>
            <a:r>
              <a:rPr lang="it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Porte universali: realizzazione con solo NAND o solo NOR</a:t>
            </a:r>
            <a:endParaRPr sz="2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AutoNum type="arabicPeriod"/>
            </a:pPr>
            <a:r>
              <a:rPr b="0" i="0" lang="it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Multiplexer (MUX): struttura e funzionamento</a:t>
            </a:r>
            <a:endParaRPr sz="1800"/>
          </a:p>
          <a:p>
            <a:pPr indent="-3683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AutoNum type="arabicPeriod"/>
            </a:pPr>
            <a:r>
              <a:rPr b="0" i="0" lang="it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Realizzazione di funzioni con MUX</a:t>
            </a:r>
            <a:endParaRPr sz="1800"/>
          </a:p>
          <a:p>
            <a:pPr indent="-3683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AutoNum type="arabicPeriod"/>
            </a:pPr>
            <a:r>
              <a:rPr b="0" i="0" lang="it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</a:t>
            </a:r>
            <a:endParaRPr sz="1800"/>
          </a:p>
        </p:txBody>
      </p:sp>
      <p:sp>
        <p:nvSpPr>
          <p:cNvPr id="217" name="Google Shape;21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Espressioni Booleane</a:t>
            </a:r>
            <a:endParaRPr/>
          </a:p>
        </p:txBody>
      </p:sp>
      <p:sp>
        <p:nvSpPr>
          <p:cNvPr id="224" name="Google Shape;224;p40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Diverse notazioni equivalenti</a:t>
            </a:r>
            <a:endParaRPr/>
          </a:p>
        </p:txBody>
      </p:sp>
      <p:sp>
        <p:nvSpPr>
          <p:cNvPr id="225" name="Google Shape;225;p40"/>
          <p:cNvSpPr/>
          <p:nvPr/>
        </p:nvSpPr>
        <p:spPr>
          <a:xfrm>
            <a:off x="548640" y="1645920"/>
            <a:ext cx="8046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Notazione algebrica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Usa operatori +, ·, ‾ . Esempio:  Y = (A+</a:t>
            </a:r>
            <a:r>
              <a:rPr lang="it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B̅</a:t>
            </a: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)·C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Notazione logica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Usa simboli ∨ (OR), ∧ (AND), ¬ (NOT). Esempio:  Y = (A ∨ ¬B) ∧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Rappresentazione grafica (circuito logico)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Schema con porte AND, OR, NOT che implementano fisicamente la funzione.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Tabella di verità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Elenca tutti i possibili valori di input e l'output corrispondente (metodo esaustivo).</a:t>
            </a:r>
            <a:endParaRPr/>
          </a:p>
        </p:txBody>
      </p:sp>
      <p:sp>
        <p:nvSpPr>
          <p:cNvPr id="226" name="Google Shape;226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Semplificazione Algebrica</a:t>
            </a:r>
            <a:endParaRPr/>
          </a:p>
        </p:txBody>
      </p:sp>
      <p:sp>
        <p:nvSpPr>
          <p:cNvPr id="233" name="Google Shape;233;p41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Obiettivo: ridurre il numero di porte logiche</a:t>
            </a:r>
            <a:endParaRPr/>
          </a:p>
        </p:txBody>
      </p:sp>
      <p:sp>
        <p:nvSpPr>
          <p:cNvPr id="234" name="Google Shape;234;p41"/>
          <p:cNvSpPr/>
          <p:nvPr/>
        </p:nvSpPr>
        <p:spPr>
          <a:xfrm>
            <a:off x="548640" y="1645920"/>
            <a:ext cx="8046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Perché semplificare?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Meno porte = circuito più piccolo, economico e veloce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Le leggi booleane permettono di trasformare espressioni equivalenti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Passaggi del metodo algebrico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Scrivere l'espressione originale in forma SOP (Sum of Products)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Applicare le leggi booleane (assorbimento, idempotenza, De Morgan, ...)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Verificare che la forma finale sia equivalente all'originale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Disegnare il circuito con il minor numero di porte</a:t>
            </a:r>
            <a:endParaRPr/>
          </a:p>
        </p:txBody>
      </p:sp>
      <p:sp>
        <p:nvSpPr>
          <p:cNvPr id="235" name="Google Shape;23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/>
          <p:nvPr/>
        </p:nvSpPr>
        <p:spPr>
          <a:xfrm>
            <a:off x="548650" y="377765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Porte Universali: NAND e NOR</a:t>
            </a:r>
            <a:endParaRPr/>
          </a:p>
        </p:txBody>
      </p:sp>
      <p:sp>
        <p:nvSpPr>
          <p:cNvPr id="241" name="Google Shape;241;p42"/>
          <p:cNvSpPr/>
          <p:nvPr/>
        </p:nvSpPr>
        <p:spPr>
          <a:xfrm>
            <a:off x="548650" y="1155074"/>
            <a:ext cx="8046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Qualsiasi funzione può essere realizzata con sole porte NAND o sole porte NOR</a:t>
            </a:r>
            <a:endParaRPr/>
          </a:p>
        </p:txBody>
      </p:sp>
      <p:sp>
        <p:nvSpPr>
          <p:cNvPr id="242" name="Google Shape;242;p42"/>
          <p:cNvSpPr/>
          <p:nvPr/>
        </p:nvSpPr>
        <p:spPr>
          <a:xfrm>
            <a:off x="548650" y="2135399"/>
            <a:ext cx="80466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Porta NAND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NAND(A,B) = (       </a:t>
            </a:r>
            <a:r>
              <a:rPr lang="it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=  A̅ + B̅  (De Morgan)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NOT(A) = NAND(A,A) = (       ) = A̅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OR(A,B) = NAND(A̅, B̅) = NAND(NAND(A,A), NAND(B,B))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Porta NOR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NOR(A,B) = (</a:t>
            </a:r>
            <a:r>
              <a:rPr lang="it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) =  A̅ · B̅  (De Morgan)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NOT(A) = NOR(A,A) = (</a:t>
            </a:r>
            <a:r>
              <a:rPr lang="it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it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= A̅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AND(A,B) = NOR(A̅, B̅) = NOR(NOR(A,A), NOR(B,B))</a:t>
            </a:r>
            <a:endParaRPr/>
          </a:p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4" name="Google Shape;244;p42"/>
          <p:cNvSpPr txBox="1"/>
          <p:nvPr/>
        </p:nvSpPr>
        <p:spPr>
          <a:xfrm>
            <a:off x="4387075" y="1660950"/>
            <a:ext cx="4331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45" name="Google Shape;245;p42" title="{&quot;red&quot;:0,&quot;green&quot;:0,&quot;blue&quot;:0,&quot;origURL&quot;:&quot;https://www.codecogs.com/eqnedit.php?latex=%5Coverline%7BAB%7D#0&quot;,&quot;size&quot;:21,&quot;width&quot;:341.0551181102362,&quot;height&quot;:90.89763779527559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833" y="2541194"/>
            <a:ext cx="333875" cy="1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2" title="{&quot;red&quot;:0,&quot;green&quot;:0,&quot;blue&quot;:0,&quot;origURL&quot;:&quot;https://www.codecogs.com/eqnedit.php?latex=%5Coverline%7BAA%7D#0&quot;,&quot;size&quot;:21,&quot;width&quot;:341.0551181102362,&quot;height&quot;:90.89763779527559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2175" y="2815350"/>
            <a:ext cx="333875" cy="191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2" title="{&quot;red&quot;:0,&quot;green&quot;:0,&quot;blue&quot;:0,&quot;origURL&quot;:&quot;https://www.codecogs.com/eqnedit.php?latex=%5Coverline%7BA%2BB%7D#0&quot;,&quot;size&quot;:21,&quot;width&quot;:341.0551181102362,&quot;height&quot;:90.89763779527559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7374" y="3731910"/>
            <a:ext cx="566765" cy="19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2" title="{&quot;red&quot;:0,&quot;green&quot;:0,&quot;blue&quot;:0,&quot;origURL&quot;:&quot;https://www.codecogs.com/eqnedit.php?latex=%5Coverline%7BA%2BA%7D#0&quot;,&quot;size&quot;:21,&quot;width&quot;:341.0551181102362,&quot;height&quot;:90.89763779527559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89042" y="4015064"/>
            <a:ext cx="554294" cy="1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/>
        </p:nvSpPr>
        <p:spPr>
          <a:xfrm>
            <a:off x="2352898" y="131300"/>
            <a:ext cx="4438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Equivalenze e operatori universali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3"/>
          <p:cNvSpPr txBox="1"/>
          <p:nvPr/>
        </p:nvSpPr>
        <p:spPr>
          <a:xfrm>
            <a:off x="216625" y="636025"/>
            <a:ext cx="8416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</a:rPr>
              <a:t>La legge di De Morgan mostra che è possibile trasformare un'operazione AND in OR e viceversa.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</a:rPr>
              <a:t>Per le proprietà di idempotenza degli operatori binari AND e OR, è possibile esprimere l'operazione unaria di negazione (la porta logica NOT) con gli operatori NAND e NOR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 txBox="1"/>
          <p:nvPr/>
        </p:nvSpPr>
        <p:spPr>
          <a:xfrm>
            <a:off x="2352898" y="131300"/>
            <a:ext cx="4438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Equivalenze e operatori universali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4"/>
          <p:cNvSpPr txBox="1"/>
          <p:nvPr/>
        </p:nvSpPr>
        <p:spPr>
          <a:xfrm>
            <a:off x="216625" y="636025"/>
            <a:ext cx="8416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</a:rPr>
              <a:t>La legge di De Morgan mostra che è possibile trasformare un'operazione AND in OR e viceversa.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</a:rPr>
              <a:t>Per le proprietà di idempotenza degli operatori binari AND e OR, è possibile esprimere l'operazione unaria di negazione (la porta logica NOT) con gli operatori NAND e NOR</a:t>
            </a:r>
            <a:endParaRPr sz="1100"/>
          </a:p>
        </p:txBody>
      </p:sp>
      <p:pic>
        <p:nvPicPr>
          <p:cNvPr id="261" name="Google Shape;2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4625" y="1936302"/>
            <a:ext cx="5776901" cy="23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/>
        </p:nvSpPr>
        <p:spPr>
          <a:xfrm>
            <a:off x="2233998" y="82525"/>
            <a:ext cx="4438169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Equivalenze e operatori universali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5"/>
          <p:cNvSpPr txBox="1"/>
          <p:nvPr/>
        </p:nvSpPr>
        <p:spPr>
          <a:xfrm>
            <a:off x="138275" y="781372"/>
            <a:ext cx="8904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E' possibile esprimere anche la congiunzione logica (AND) in termini di porte NAND e NOR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/>
        </p:nvSpPr>
        <p:spPr>
          <a:xfrm>
            <a:off x="2233998" y="82525"/>
            <a:ext cx="4438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Equivalenze e operatori universali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6"/>
          <p:cNvSpPr txBox="1"/>
          <p:nvPr/>
        </p:nvSpPr>
        <p:spPr>
          <a:xfrm>
            <a:off x="138275" y="781372"/>
            <a:ext cx="8904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E' possibile esprimere anche la congiunzione logica (AND) in termini di porte NAND e NOR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413" y="1536625"/>
            <a:ext cx="5658324" cy="2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7"/>
          <p:cNvSpPr txBox="1"/>
          <p:nvPr/>
        </p:nvSpPr>
        <p:spPr>
          <a:xfrm>
            <a:off x="2233998" y="82525"/>
            <a:ext cx="4438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Equivalenze e operatori universali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7"/>
          <p:cNvSpPr txBox="1"/>
          <p:nvPr/>
        </p:nvSpPr>
        <p:spPr>
          <a:xfrm>
            <a:off x="123518" y="777977"/>
            <a:ext cx="8814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Anche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disgiunzione logica (OR) può essere espressa in termini di porte NAND e NOR</a:t>
            </a: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/>
        </p:nvSpPr>
        <p:spPr>
          <a:xfrm>
            <a:off x="2233998" y="82525"/>
            <a:ext cx="4438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Equivalenze e operatori universali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8"/>
          <p:cNvSpPr txBox="1"/>
          <p:nvPr/>
        </p:nvSpPr>
        <p:spPr>
          <a:xfrm>
            <a:off x="123518" y="777977"/>
            <a:ext cx="88140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Anche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disgiunzione logica (OR) può essere espressa in termini di porte NAND e NOR</a:t>
            </a: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400">
              <a:solidFill>
                <a:srgbClr val="8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porte NAND e NOR sono in grado di realizzare qualsiasi funzione booleana. Sono detti per tale motivo operatori universali.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800" y="1270424"/>
            <a:ext cx="4606400" cy="2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/>
        </p:nvSpPr>
        <p:spPr>
          <a:xfrm>
            <a:off x="2930652" y="86868"/>
            <a:ext cx="2889504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Espressioni booleane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9"/>
          <p:cNvSpPr txBox="1"/>
          <p:nvPr/>
        </p:nvSpPr>
        <p:spPr>
          <a:xfrm>
            <a:off x="86867" y="580644"/>
            <a:ext cx="89748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Esistono diverse notazioni per esprimere le funzioni booleane: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Notazione algebrica, ad esempio:  Y = (A+B̅)·C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Notazione logica, ad esempio : Y = (A ∨¬B)∧C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Rappresentazione grafica mediante circuito, ad esempio:</a:t>
            </a:r>
            <a:endParaRPr sz="1100"/>
          </a:p>
        </p:txBody>
      </p:sp>
      <p:pic>
        <p:nvPicPr>
          <p:cNvPr descr="Immagine che contiene diagramma, schizzo, linea, design&#10;&#10;Descrizione generata automaticamente" id="294" name="Google Shape;29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4161" y="2524287"/>
            <a:ext cx="4572000" cy="195691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9"/>
          <p:cNvSpPr txBox="1"/>
          <p:nvPr/>
        </p:nvSpPr>
        <p:spPr>
          <a:xfrm>
            <a:off x="1921899" y="2852890"/>
            <a:ext cx="442451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301" name="Google Shape;301;p50"/>
          <p:cNvSpPr txBox="1"/>
          <p:nvPr/>
        </p:nvSpPr>
        <p:spPr>
          <a:xfrm>
            <a:off x="67678" y="797092"/>
            <a:ext cx="90236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0"/>
          <p:cNvSpPr txBox="1"/>
          <p:nvPr/>
        </p:nvSpPr>
        <p:spPr>
          <a:xfrm>
            <a:off x="3084596" y="1234741"/>
            <a:ext cx="2674019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303" name="Google Shape;303;p50"/>
          <p:cNvCxnSpPr/>
          <p:nvPr/>
        </p:nvCxnSpPr>
        <p:spPr>
          <a:xfrm flipH="1" rot="10800000">
            <a:off x="3619441" y="1284007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4" name="Google Shape;304;p50"/>
          <p:cNvCxnSpPr/>
          <p:nvPr/>
        </p:nvCxnSpPr>
        <p:spPr>
          <a:xfrm flipH="1" rot="10800000">
            <a:off x="4198460" y="1284006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5" name="Google Shape;305;p50"/>
          <p:cNvCxnSpPr/>
          <p:nvPr/>
        </p:nvCxnSpPr>
        <p:spPr>
          <a:xfrm flipH="1" rot="10800000">
            <a:off x="5266263" y="1284007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1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311" name="Google Shape;311;p51"/>
          <p:cNvSpPr txBox="1"/>
          <p:nvPr/>
        </p:nvSpPr>
        <p:spPr>
          <a:xfrm>
            <a:off x="67678" y="797092"/>
            <a:ext cx="902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1"/>
          <p:cNvSpPr txBox="1"/>
          <p:nvPr/>
        </p:nvSpPr>
        <p:spPr>
          <a:xfrm>
            <a:off x="3084596" y="1234741"/>
            <a:ext cx="2673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313" name="Google Shape;313;p51"/>
          <p:cNvCxnSpPr/>
          <p:nvPr/>
        </p:nvCxnSpPr>
        <p:spPr>
          <a:xfrm flipH="1" rot="10800000">
            <a:off x="3619441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4" name="Google Shape;314;p51"/>
          <p:cNvCxnSpPr/>
          <p:nvPr/>
        </p:nvCxnSpPr>
        <p:spPr>
          <a:xfrm flipH="1" rot="10800000">
            <a:off x="4198460" y="1284027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5" name="Google Shape;315;p51"/>
          <p:cNvCxnSpPr/>
          <p:nvPr/>
        </p:nvCxnSpPr>
        <p:spPr>
          <a:xfrm flipH="1" rot="10800000">
            <a:off x="5266263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51"/>
          <p:cNvSpPr txBox="1"/>
          <p:nvPr/>
        </p:nvSpPr>
        <p:spPr>
          <a:xfrm>
            <a:off x="219575" y="1655846"/>
            <a:ext cx="2734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  =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  A(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B+B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A D + D A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cxnSp>
        <p:nvCxnSpPr>
          <p:cNvPr id="317" name="Google Shape;317;p51"/>
          <p:cNvCxnSpPr/>
          <p:nvPr/>
        </p:nvCxnSpPr>
        <p:spPr>
          <a:xfrm flipH="1" rot="10800000">
            <a:off x="754421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" name="Google Shape;318;p51"/>
          <p:cNvCxnSpPr/>
          <p:nvPr/>
        </p:nvCxnSpPr>
        <p:spPr>
          <a:xfrm flipH="1" rot="10800000">
            <a:off x="1333439" y="170513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9" name="Google Shape;319;p51"/>
          <p:cNvCxnSpPr/>
          <p:nvPr/>
        </p:nvCxnSpPr>
        <p:spPr>
          <a:xfrm flipH="1" rot="10800000">
            <a:off x="2401243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0" name="Google Shape;320;p51"/>
          <p:cNvCxnSpPr/>
          <p:nvPr/>
        </p:nvCxnSpPr>
        <p:spPr>
          <a:xfrm flipH="1" rot="10800000">
            <a:off x="81457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1" name="Google Shape;321;p51"/>
          <p:cNvCxnSpPr/>
          <p:nvPr/>
        </p:nvCxnSpPr>
        <p:spPr>
          <a:xfrm flipH="1" rot="10800000">
            <a:off x="167182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2" name="Google Shape;322;p51"/>
          <p:cNvCxnSpPr/>
          <p:nvPr/>
        </p:nvCxnSpPr>
        <p:spPr>
          <a:xfrm flipH="1" rot="10800000">
            <a:off x="2235808" y="197584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2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328" name="Google Shape;328;p52"/>
          <p:cNvSpPr txBox="1"/>
          <p:nvPr/>
        </p:nvSpPr>
        <p:spPr>
          <a:xfrm>
            <a:off x="67678" y="797092"/>
            <a:ext cx="902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52"/>
          <p:cNvSpPr txBox="1"/>
          <p:nvPr/>
        </p:nvSpPr>
        <p:spPr>
          <a:xfrm>
            <a:off x="3084596" y="1234741"/>
            <a:ext cx="2673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330" name="Google Shape;330;p52"/>
          <p:cNvCxnSpPr/>
          <p:nvPr/>
        </p:nvCxnSpPr>
        <p:spPr>
          <a:xfrm flipH="1" rot="10800000">
            <a:off x="3619441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1" name="Google Shape;331;p52"/>
          <p:cNvCxnSpPr/>
          <p:nvPr/>
        </p:nvCxnSpPr>
        <p:spPr>
          <a:xfrm flipH="1" rot="10800000">
            <a:off x="4198460" y="1284027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2" name="Google Shape;332;p52"/>
          <p:cNvCxnSpPr/>
          <p:nvPr/>
        </p:nvCxnSpPr>
        <p:spPr>
          <a:xfrm flipH="1" rot="10800000">
            <a:off x="5266263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" name="Google Shape;333;p52"/>
          <p:cNvCxnSpPr/>
          <p:nvPr/>
        </p:nvCxnSpPr>
        <p:spPr>
          <a:xfrm flipH="1" rot="10800000">
            <a:off x="789482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4" name="Google Shape;334;p52"/>
          <p:cNvCxnSpPr/>
          <p:nvPr/>
        </p:nvCxnSpPr>
        <p:spPr>
          <a:xfrm flipH="1" rot="10800000">
            <a:off x="1333439" y="170513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5" name="Google Shape;335;p52"/>
          <p:cNvCxnSpPr/>
          <p:nvPr/>
        </p:nvCxnSpPr>
        <p:spPr>
          <a:xfrm flipH="1" rot="10800000">
            <a:off x="2401243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6" name="Google Shape;336;p52"/>
          <p:cNvCxnSpPr/>
          <p:nvPr/>
        </p:nvCxnSpPr>
        <p:spPr>
          <a:xfrm flipH="1" rot="10800000">
            <a:off x="849639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7" name="Google Shape;337;p52"/>
          <p:cNvCxnSpPr/>
          <p:nvPr/>
        </p:nvCxnSpPr>
        <p:spPr>
          <a:xfrm flipH="1" rot="10800000">
            <a:off x="1706889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8" name="Google Shape;338;p52"/>
          <p:cNvCxnSpPr/>
          <p:nvPr/>
        </p:nvCxnSpPr>
        <p:spPr>
          <a:xfrm flipH="1" rot="10800000">
            <a:off x="2235808" y="197584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9" name="Google Shape;339;p52"/>
          <p:cNvCxnSpPr/>
          <p:nvPr/>
        </p:nvCxnSpPr>
        <p:spPr>
          <a:xfrm flipH="1" rot="10800000">
            <a:off x="131088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0" name="Google Shape;340;p52"/>
          <p:cNvCxnSpPr/>
          <p:nvPr/>
        </p:nvCxnSpPr>
        <p:spPr>
          <a:xfrm flipH="1" rot="10800000">
            <a:off x="186734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1" name="Google Shape;341;p52"/>
          <p:cNvSpPr txBox="1"/>
          <p:nvPr/>
        </p:nvSpPr>
        <p:spPr>
          <a:xfrm>
            <a:off x="229267" y="1637250"/>
            <a:ext cx="2734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  =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  A(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B+B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A D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D + D A 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3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347" name="Google Shape;347;p53"/>
          <p:cNvSpPr txBox="1"/>
          <p:nvPr/>
        </p:nvSpPr>
        <p:spPr>
          <a:xfrm>
            <a:off x="67678" y="797092"/>
            <a:ext cx="902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3"/>
          <p:cNvSpPr txBox="1"/>
          <p:nvPr/>
        </p:nvSpPr>
        <p:spPr>
          <a:xfrm>
            <a:off x="3084596" y="1234741"/>
            <a:ext cx="2673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349" name="Google Shape;349;p53"/>
          <p:cNvCxnSpPr/>
          <p:nvPr/>
        </p:nvCxnSpPr>
        <p:spPr>
          <a:xfrm flipH="1" rot="10800000">
            <a:off x="3619441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53"/>
          <p:cNvCxnSpPr/>
          <p:nvPr/>
        </p:nvCxnSpPr>
        <p:spPr>
          <a:xfrm flipH="1" rot="10800000">
            <a:off x="4198460" y="1284027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53"/>
          <p:cNvCxnSpPr/>
          <p:nvPr/>
        </p:nvCxnSpPr>
        <p:spPr>
          <a:xfrm flipH="1" rot="10800000">
            <a:off x="5266263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2" name="Google Shape;352;p53"/>
          <p:cNvSpPr txBox="1"/>
          <p:nvPr/>
        </p:nvSpPr>
        <p:spPr>
          <a:xfrm>
            <a:off x="219575" y="1655846"/>
            <a:ext cx="2734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  =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  A(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B+B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A D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D + D A 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</a:t>
            </a:r>
            <a:endParaRPr sz="1100"/>
          </a:p>
        </p:txBody>
      </p:sp>
      <p:cxnSp>
        <p:nvCxnSpPr>
          <p:cNvPr id="353" name="Google Shape;353;p53"/>
          <p:cNvCxnSpPr/>
          <p:nvPr/>
        </p:nvCxnSpPr>
        <p:spPr>
          <a:xfrm flipH="1" rot="10800000">
            <a:off x="754421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53"/>
          <p:cNvCxnSpPr/>
          <p:nvPr/>
        </p:nvCxnSpPr>
        <p:spPr>
          <a:xfrm flipH="1" rot="10800000">
            <a:off x="1333439" y="170513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53"/>
          <p:cNvCxnSpPr/>
          <p:nvPr/>
        </p:nvCxnSpPr>
        <p:spPr>
          <a:xfrm flipH="1" rot="10800000">
            <a:off x="2401243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53"/>
          <p:cNvCxnSpPr/>
          <p:nvPr/>
        </p:nvCxnSpPr>
        <p:spPr>
          <a:xfrm flipH="1" rot="10800000">
            <a:off x="81457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53"/>
          <p:cNvCxnSpPr/>
          <p:nvPr/>
        </p:nvCxnSpPr>
        <p:spPr>
          <a:xfrm flipH="1" rot="10800000">
            <a:off x="167182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53"/>
          <p:cNvCxnSpPr/>
          <p:nvPr/>
        </p:nvCxnSpPr>
        <p:spPr>
          <a:xfrm flipH="1" rot="10800000">
            <a:off x="2235808" y="197584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53"/>
          <p:cNvCxnSpPr/>
          <p:nvPr/>
        </p:nvCxnSpPr>
        <p:spPr>
          <a:xfrm flipH="1" rot="10800000">
            <a:off x="131088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53"/>
          <p:cNvCxnSpPr/>
          <p:nvPr/>
        </p:nvCxnSpPr>
        <p:spPr>
          <a:xfrm flipH="1" rot="10800000">
            <a:off x="186734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53"/>
          <p:cNvCxnSpPr/>
          <p:nvPr/>
        </p:nvCxnSpPr>
        <p:spPr>
          <a:xfrm flipH="1" rot="10800000">
            <a:off x="1115367" y="249470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53"/>
          <p:cNvCxnSpPr/>
          <p:nvPr/>
        </p:nvCxnSpPr>
        <p:spPr>
          <a:xfrm flipH="1" rot="10800000">
            <a:off x="1671827" y="249470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368" name="Google Shape;368;p54"/>
          <p:cNvSpPr txBox="1"/>
          <p:nvPr/>
        </p:nvSpPr>
        <p:spPr>
          <a:xfrm>
            <a:off x="67678" y="797092"/>
            <a:ext cx="902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54"/>
          <p:cNvSpPr txBox="1"/>
          <p:nvPr/>
        </p:nvSpPr>
        <p:spPr>
          <a:xfrm>
            <a:off x="3084596" y="1234741"/>
            <a:ext cx="2673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370" name="Google Shape;370;p54"/>
          <p:cNvCxnSpPr/>
          <p:nvPr/>
        </p:nvCxnSpPr>
        <p:spPr>
          <a:xfrm flipH="1" rot="10800000">
            <a:off x="3619441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1" name="Google Shape;371;p54"/>
          <p:cNvCxnSpPr/>
          <p:nvPr/>
        </p:nvCxnSpPr>
        <p:spPr>
          <a:xfrm flipH="1" rot="10800000">
            <a:off x="4198460" y="1284027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2" name="Google Shape;372;p54"/>
          <p:cNvCxnSpPr/>
          <p:nvPr/>
        </p:nvCxnSpPr>
        <p:spPr>
          <a:xfrm flipH="1" rot="10800000">
            <a:off x="5266263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54"/>
          <p:cNvSpPr txBox="1"/>
          <p:nvPr/>
        </p:nvSpPr>
        <p:spPr>
          <a:xfrm>
            <a:off x="219575" y="1655846"/>
            <a:ext cx="27342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  =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  A(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B+B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A D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D + D A 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D A </a:t>
            </a:r>
            <a:endParaRPr sz="1100"/>
          </a:p>
        </p:txBody>
      </p:sp>
      <p:cxnSp>
        <p:nvCxnSpPr>
          <p:cNvPr id="374" name="Google Shape;374;p54"/>
          <p:cNvCxnSpPr/>
          <p:nvPr/>
        </p:nvCxnSpPr>
        <p:spPr>
          <a:xfrm flipH="1" rot="10800000">
            <a:off x="754421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" name="Google Shape;375;p54"/>
          <p:cNvCxnSpPr/>
          <p:nvPr/>
        </p:nvCxnSpPr>
        <p:spPr>
          <a:xfrm flipH="1" rot="10800000">
            <a:off x="1333439" y="170513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" name="Google Shape;376;p54"/>
          <p:cNvCxnSpPr/>
          <p:nvPr/>
        </p:nvCxnSpPr>
        <p:spPr>
          <a:xfrm flipH="1" rot="10800000">
            <a:off x="2401243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" name="Google Shape;377;p54"/>
          <p:cNvCxnSpPr/>
          <p:nvPr/>
        </p:nvCxnSpPr>
        <p:spPr>
          <a:xfrm flipH="1" rot="10800000">
            <a:off x="81457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" name="Google Shape;378;p54"/>
          <p:cNvCxnSpPr/>
          <p:nvPr/>
        </p:nvCxnSpPr>
        <p:spPr>
          <a:xfrm flipH="1" rot="10800000">
            <a:off x="167182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9" name="Google Shape;379;p54"/>
          <p:cNvCxnSpPr/>
          <p:nvPr/>
        </p:nvCxnSpPr>
        <p:spPr>
          <a:xfrm flipH="1" rot="10800000">
            <a:off x="2235808" y="197584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54"/>
          <p:cNvCxnSpPr/>
          <p:nvPr/>
        </p:nvCxnSpPr>
        <p:spPr>
          <a:xfrm flipH="1" rot="10800000">
            <a:off x="131088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1" name="Google Shape;381;p54"/>
          <p:cNvCxnSpPr/>
          <p:nvPr/>
        </p:nvCxnSpPr>
        <p:spPr>
          <a:xfrm flipH="1" rot="10800000">
            <a:off x="186734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" name="Google Shape;382;p54"/>
          <p:cNvCxnSpPr/>
          <p:nvPr/>
        </p:nvCxnSpPr>
        <p:spPr>
          <a:xfrm flipH="1" rot="10800000">
            <a:off x="1115367" y="249470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3" name="Google Shape;383;p54"/>
          <p:cNvCxnSpPr/>
          <p:nvPr/>
        </p:nvCxnSpPr>
        <p:spPr>
          <a:xfrm flipH="1" rot="10800000">
            <a:off x="1671827" y="249470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4" name="Google Shape;384;p54"/>
          <p:cNvCxnSpPr/>
          <p:nvPr/>
        </p:nvCxnSpPr>
        <p:spPr>
          <a:xfrm flipH="1" rot="10800000">
            <a:off x="1085288" y="276541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5" name="Google Shape;385;p54"/>
          <p:cNvCxnSpPr/>
          <p:nvPr/>
        </p:nvCxnSpPr>
        <p:spPr>
          <a:xfrm flipH="1" rot="10800000">
            <a:off x="1701907" y="279549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5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391" name="Google Shape;391;p55"/>
          <p:cNvSpPr txBox="1"/>
          <p:nvPr/>
        </p:nvSpPr>
        <p:spPr>
          <a:xfrm>
            <a:off x="67678" y="797092"/>
            <a:ext cx="902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55"/>
          <p:cNvSpPr txBox="1"/>
          <p:nvPr/>
        </p:nvSpPr>
        <p:spPr>
          <a:xfrm>
            <a:off x="3084596" y="1234741"/>
            <a:ext cx="2673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393" name="Google Shape;393;p55"/>
          <p:cNvCxnSpPr/>
          <p:nvPr/>
        </p:nvCxnSpPr>
        <p:spPr>
          <a:xfrm flipH="1" rot="10800000">
            <a:off x="3619441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4" name="Google Shape;394;p55"/>
          <p:cNvCxnSpPr/>
          <p:nvPr/>
        </p:nvCxnSpPr>
        <p:spPr>
          <a:xfrm flipH="1" rot="10800000">
            <a:off x="4198460" y="1284027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5" name="Google Shape;395;p55"/>
          <p:cNvCxnSpPr/>
          <p:nvPr/>
        </p:nvCxnSpPr>
        <p:spPr>
          <a:xfrm flipH="1" rot="10800000">
            <a:off x="5266263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6" name="Google Shape;396;p55"/>
          <p:cNvSpPr txBox="1"/>
          <p:nvPr/>
        </p:nvSpPr>
        <p:spPr>
          <a:xfrm>
            <a:off x="219575" y="1655846"/>
            <a:ext cx="27342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  =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  A(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B+B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A D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D + D A 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</a:t>
            </a:r>
            <a:endParaRPr sz="1100"/>
          </a:p>
        </p:txBody>
      </p:sp>
      <p:cxnSp>
        <p:nvCxnSpPr>
          <p:cNvPr id="397" name="Google Shape;397;p55"/>
          <p:cNvCxnSpPr/>
          <p:nvPr/>
        </p:nvCxnSpPr>
        <p:spPr>
          <a:xfrm flipH="1" rot="10800000">
            <a:off x="754421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8" name="Google Shape;398;p55"/>
          <p:cNvCxnSpPr/>
          <p:nvPr/>
        </p:nvCxnSpPr>
        <p:spPr>
          <a:xfrm flipH="1" rot="10800000">
            <a:off x="1333439" y="170513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" name="Google Shape;399;p55"/>
          <p:cNvCxnSpPr/>
          <p:nvPr/>
        </p:nvCxnSpPr>
        <p:spPr>
          <a:xfrm flipH="1" rot="10800000">
            <a:off x="2401243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0" name="Google Shape;400;p55"/>
          <p:cNvCxnSpPr/>
          <p:nvPr/>
        </p:nvCxnSpPr>
        <p:spPr>
          <a:xfrm flipH="1" rot="10800000">
            <a:off x="81457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1" name="Google Shape;401;p55"/>
          <p:cNvCxnSpPr/>
          <p:nvPr/>
        </p:nvCxnSpPr>
        <p:spPr>
          <a:xfrm flipH="1" rot="10800000">
            <a:off x="167182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2" name="Google Shape;402;p55"/>
          <p:cNvCxnSpPr/>
          <p:nvPr/>
        </p:nvCxnSpPr>
        <p:spPr>
          <a:xfrm flipH="1" rot="10800000">
            <a:off x="2235808" y="197584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3" name="Google Shape;403;p55"/>
          <p:cNvCxnSpPr/>
          <p:nvPr/>
        </p:nvCxnSpPr>
        <p:spPr>
          <a:xfrm flipH="1" rot="10800000">
            <a:off x="131088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4" name="Google Shape;404;p55"/>
          <p:cNvCxnSpPr/>
          <p:nvPr/>
        </p:nvCxnSpPr>
        <p:spPr>
          <a:xfrm flipH="1" rot="10800000">
            <a:off x="186734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5" name="Google Shape;405;p55"/>
          <p:cNvCxnSpPr/>
          <p:nvPr/>
        </p:nvCxnSpPr>
        <p:spPr>
          <a:xfrm flipH="1" rot="10800000">
            <a:off x="1115367" y="249470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6" name="Google Shape;406;p55"/>
          <p:cNvCxnSpPr/>
          <p:nvPr/>
        </p:nvCxnSpPr>
        <p:spPr>
          <a:xfrm flipH="1" rot="10800000">
            <a:off x="1671827" y="249470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7" name="Google Shape;407;p55"/>
          <p:cNvCxnSpPr/>
          <p:nvPr/>
        </p:nvCxnSpPr>
        <p:spPr>
          <a:xfrm flipH="1" rot="10800000">
            <a:off x="1085288" y="276541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8" name="Google Shape;408;p55"/>
          <p:cNvCxnSpPr/>
          <p:nvPr/>
        </p:nvCxnSpPr>
        <p:spPr>
          <a:xfrm flipH="1" rot="10800000">
            <a:off x="1701907" y="279549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9" name="Google Shape;409;p55"/>
          <p:cNvCxnSpPr/>
          <p:nvPr/>
        </p:nvCxnSpPr>
        <p:spPr>
          <a:xfrm flipH="1" rot="10800000">
            <a:off x="1310880" y="305868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6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415" name="Google Shape;415;p56"/>
          <p:cNvSpPr txBox="1"/>
          <p:nvPr/>
        </p:nvSpPr>
        <p:spPr>
          <a:xfrm>
            <a:off x="67678" y="797092"/>
            <a:ext cx="902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6"/>
          <p:cNvSpPr txBox="1"/>
          <p:nvPr/>
        </p:nvSpPr>
        <p:spPr>
          <a:xfrm>
            <a:off x="3084596" y="1234741"/>
            <a:ext cx="2673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417" name="Google Shape;417;p56"/>
          <p:cNvCxnSpPr/>
          <p:nvPr/>
        </p:nvCxnSpPr>
        <p:spPr>
          <a:xfrm flipH="1" rot="10800000">
            <a:off x="3619441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8" name="Google Shape;418;p56"/>
          <p:cNvCxnSpPr/>
          <p:nvPr/>
        </p:nvCxnSpPr>
        <p:spPr>
          <a:xfrm flipH="1" rot="10800000">
            <a:off x="4198460" y="1284027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9" name="Google Shape;419;p56"/>
          <p:cNvCxnSpPr/>
          <p:nvPr/>
        </p:nvCxnSpPr>
        <p:spPr>
          <a:xfrm flipH="1" rot="10800000">
            <a:off x="5266263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0" name="Google Shape;420;p56"/>
          <p:cNvSpPr txBox="1"/>
          <p:nvPr/>
        </p:nvSpPr>
        <p:spPr>
          <a:xfrm>
            <a:off x="219575" y="1655846"/>
            <a:ext cx="27342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  =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  A(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B+B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A D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D + D A 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 D A</a:t>
            </a:r>
            <a:endParaRPr sz="1100"/>
          </a:p>
        </p:txBody>
      </p:sp>
      <p:cxnSp>
        <p:nvCxnSpPr>
          <p:cNvPr id="421" name="Google Shape;421;p56"/>
          <p:cNvCxnSpPr/>
          <p:nvPr/>
        </p:nvCxnSpPr>
        <p:spPr>
          <a:xfrm flipH="1" rot="10800000">
            <a:off x="754421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2" name="Google Shape;422;p56"/>
          <p:cNvCxnSpPr/>
          <p:nvPr/>
        </p:nvCxnSpPr>
        <p:spPr>
          <a:xfrm flipH="1" rot="10800000">
            <a:off x="1333439" y="170513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3" name="Google Shape;423;p56"/>
          <p:cNvCxnSpPr/>
          <p:nvPr/>
        </p:nvCxnSpPr>
        <p:spPr>
          <a:xfrm flipH="1" rot="10800000">
            <a:off x="2401243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4" name="Google Shape;424;p56"/>
          <p:cNvCxnSpPr/>
          <p:nvPr/>
        </p:nvCxnSpPr>
        <p:spPr>
          <a:xfrm flipH="1" rot="10800000">
            <a:off x="81457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5" name="Google Shape;425;p56"/>
          <p:cNvCxnSpPr/>
          <p:nvPr/>
        </p:nvCxnSpPr>
        <p:spPr>
          <a:xfrm flipH="1" rot="10800000">
            <a:off x="167182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6" name="Google Shape;426;p56"/>
          <p:cNvCxnSpPr/>
          <p:nvPr/>
        </p:nvCxnSpPr>
        <p:spPr>
          <a:xfrm flipH="1" rot="10800000">
            <a:off x="2235808" y="197584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7" name="Google Shape;427;p56"/>
          <p:cNvCxnSpPr/>
          <p:nvPr/>
        </p:nvCxnSpPr>
        <p:spPr>
          <a:xfrm flipH="1" rot="10800000">
            <a:off x="131088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8" name="Google Shape;428;p56"/>
          <p:cNvCxnSpPr/>
          <p:nvPr/>
        </p:nvCxnSpPr>
        <p:spPr>
          <a:xfrm flipH="1" rot="10800000">
            <a:off x="186734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9" name="Google Shape;429;p56"/>
          <p:cNvCxnSpPr/>
          <p:nvPr/>
        </p:nvCxnSpPr>
        <p:spPr>
          <a:xfrm flipH="1" rot="10800000">
            <a:off x="1115367" y="249470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0" name="Google Shape;430;p56"/>
          <p:cNvCxnSpPr/>
          <p:nvPr/>
        </p:nvCxnSpPr>
        <p:spPr>
          <a:xfrm flipH="1" rot="10800000">
            <a:off x="1671827" y="249470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1" name="Google Shape;431;p56"/>
          <p:cNvCxnSpPr/>
          <p:nvPr/>
        </p:nvCxnSpPr>
        <p:spPr>
          <a:xfrm flipH="1" rot="10800000">
            <a:off x="1085288" y="276541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2" name="Google Shape;432;p56"/>
          <p:cNvCxnSpPr/>
          <p:nvPr/>
        </p:nvCxnSpPr>
        <p:spPr>
          <a:xfrm flipH="1" rot="10800000">
            <a:off x="1701907" y="279549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3" name="Google Shape;433;p56"/>
          <p:cNvCxnSpPr/>
          <p:nvPr/>
        </p:nvCxnSpPr>
        <p:spPr>
          <a:xfrm flipH="1" rot="10800000">
            <a:off x="1310880" y="305868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4" name="Google Shape;434;p56"/>
          <p:cNvCxnSpPr/>
          <p:nvPr/>
        </p:nvCxnSpPr>
        <p:spPr>
          <a:xfrm flipH="1" rot="10800000">
            <a:off x="1145447" y="332187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440" name="Google Shape;440;p57"/>
          <p:cNvSpPr txBox="1"/>
          <p:nvPr/>
        </p:nvSpPr>
        <p:spPr>
          <a:xfrm>
            <a:off x="67678" y="797092"/>
            <a:ext cx="902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7"/>
          <p:cNvSpPr txBox="1"/>
          <p:nvPr/>
        </p:nvSpPr>
        <p:spPr>
          <a:xfrm>
            <a:off x="3084596" y="1234741"/>
            <a:ext cx="2673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442" name="Google Shape;442;p57"/>
          <p:cNvCxnSpPr/>
          <p:nvPr/>
        </p:nvCxnSpPr>
        <p:spPr>
          <a:xfrm flipH="1" rot="10800000">
            <a:off x="3619441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3" name="Google Shape;443;p57"/>
          <p:cNvCxnSpPr/>
          <p:nvPr/>
        </p:nvCxnSpPr>
        <p:spPr>
          <a:xfrm flipH="1" rot="10800000">
            <a:off x="4198460" y="1284027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p57"/>
          <p:cNvCxnSpPr/>
          <p:nvPr/>
        </p:nvCxnSpPr>
        <p:spPr>
          <a:xfrm flipH="1" rot="10800000">
            <a:off x="5266263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57"/>
          <p:cNvSpPr txBox="1"/>
          <p:nvPr/>
        </p:nvSpPr>
        <p:spPr>
          <a:xfrm>
            <a:off x="219575" y="1655846"/>
            <a:ext cx="27342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  =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  A(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B+B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A D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D + D A 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 D 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A + D</a:t>
            </a:r>
            <a:endParaRPr sz="1100"/>
          </a:p>
        </p:txBody>
      </p:sp>
      <p:cxnSp>
        <p:nvCxnSpPr>
          <p:cNvPr id="446" name="Google Shape;446;p57"/>
          <p:cNvCxnSpPr/>
          <p:nvPr/>
        </p:nvCxnSpPr>
        <p:spPr>
          <a:xfrm flipH="1" rot="10800000">
            <a:off x="754421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p57"/>
          <p:cNvCxnSpPr/>
          <p:nvPr/>
        </p:nvCxnSpPr>
        <p:spPr>
          <a:xfrm flipH="1" rot="10800000">
            <a:off x="1333439" y="170513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57"/>
          <p:cNvCxnSpPr/>
          <p:nvPr/>
        </p:nvCxnSpPr>
        <p:spPr>
          <a:xfrm flipH="1" rot="10800000">
            <a:off x="2401243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" name="Google Shape;449;p57"/>
          <p:cNvCxnSpPr/>
          <p:nvPr/>
        </p:nvCxnSpPr>
        <p:spPr>
          <a:xfrm flipH="1" rot="10800000">
            <a:off x="81457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57"/>
          <p:cNvCxnSpPr/>
          <p:nvPr/>
        </p:nvCxnSpPr>
        <p:spPr>
          <a:xfrm flipH="1" rot="10800000">
            <a:off x="167182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" name="Google Shape;451;p57"/>
          <p:cNvCxnSpPr/>
          <p:nvPr/>
        </p:nvCxnSpPr>
        <p:spPr>
          <a:xfrm flipH="1" rot="10800000">
            <a:off x="2235808" y="197584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2" name="Google Shape;452;p57"/>
          <p:cNvCxnSpPr/>
          <p:nvPr/>
        </p:nvCxnSpPr>
        <p:spPr>
          <a:xfrm flipH="1" rot="10800000">
            <a:off x="131088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3" name="Google Shape;453;p57"/>
          <p:cNvCxnSpPr/>
          <p:nvPr/>
        </p:nvCxnSpPr>
        <p:spPr>
          <a:xfrm flipH="1" rot="10800000">
            <a:off x="186734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4" name="Google Shape;454;p57"/>
          <p:cNvCxnSpPr/>
          <p:nvPr/>
        </p:nvCxnSpPr>
        <p:spPr>
          <a:xfrm flipH="1" rot="10800000">
            <a:off x="1115367" y="249470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5" name="Google Shape;455;p57"/>
          <p:cNvCxnSpPr/>
          <p:nvPr/>
        </p:nvCxnSpPr>
        <p:spPr>
          <a:xfrm flipH="1" rot="10800000">
            <a:off x="1671827" y="249470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6" name="Google Shape;456;p57"/>
          <p:cNvCxnSpPr/>
          <p:nvPr/>
        </p:nvCxnSpPr>
        <p:spPr>
          <a:xfrm flipH="1" rot="10800000">
            <a:off x="1085288" y="276541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7" name="Google Shape;457;p57"/>
          <p:cNvCxnSpPr/>
          <p:nvPr/>
        </p:nvCxnSpPr>
        <p:spPr>
          <a:xfrm flipH="1" rot="10800000">
            <a:off x="1701907" y="279549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8" name="Google Shape;458;p57"/>
          <p:cNvCxnSpPr/>
          <p:nvPr/>
        </p:nvCxnSpPr>
        <p:spPr>
          <a:xfrm flipH="1" rot="10800000">
            <a:off x="1310880" y="305868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9" name="Google Shape;459;p57"/>
          <p:cNvCxnSpPr/>
          <p:nvPr/>
        </p:nvCxnSpPr>
        <p:spPr>
          <a:xfrm flipH="1" rot="10800000">
            <a:off x="1145447" y="332187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8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465" name="Google Shape;465;p58"/>
          <p:cNvSpPr txBox="1"/>
          <p:nvPr/>
        </p:nvSpPr>
        <p:spPr>
          <a:xfrm>
            <a:off x="67678" y="797092"/>
            <a:ext cx="902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58"/>
          <p:cNvSpPr txBox="1"/>
          <p:nvPr/>
        </p:nvSpPr>
        <p:spPr>
          <a:xfrm>
            <a:off x="3084596" y="1234741"/>
            <a:ext cx="2673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467" name="Google Shape;467;p58"/>
          <p:cNvCxnSpPr/>
          <p:nvPr/>
        </p:nvCxnSpPr>
        <p:spPr>
          <a:xfrm flipH="1" rot="10800000">
            <a:off x="3619441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58"/>
          <p:cNvCxnSpPr/>
          <p:nvPr/>
        </p:nvCxnSpPr>
        <p:spPr>
          <a:xfrm flipH="1" rot="10800000">
            <a:off x="4198460" y="1284027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9" name="Google Shape;469;p58"/>
          <p:cNvCxnSpPr/>
          <p:nvPr/>
        </p:nvCxnSpPr>
        <p:spPr>
          <a:xfrm flipH="1" rot="10800000">
            <a:off x="5266263" y="1284028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0" name="Google Shape;470;p58"/>
          <p:cNvSpPr txBox="1"/>
          <p:nvPr/>
        </p:nvSpPr>
        <p:spPr>
          <a:xfrm>
            <a:off x="219575" y="1655846"/>
            <a:ext cx="27342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  =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  A(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B+B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A D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D + D A 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 D 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A + D</a:t>
            </a:r>
            <a:endParaRPr sz="1100"/>
          </a:p>
        </p:txBody>
      </p:sp>
      <p:cxnSp>
        <p:nvCxnSpPr>
          <p:cNvPr id="471" name="Google Shape;471;p58"/>
          <p:cNvCxnSpPr/>
          <p:nvPr/>
        </p:nvCxnSpPr>
        <p:spPr>
          <a:xfrm flipH="1" rot="10800000">
            <a:off x="754421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2" name="Google Shape;472;p58"/>
          <p:cNvCxnSpPr/>
          <p:nvPr/>
        </p:nvCxnSpPr>
        <p:spPr>
          <a:xfrm flipH="1" rot="10800000">
            <a:off x="1333439" y="170513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3" name="Google Shape;473;p58"/>
          <p:cNvCxnSpPr/>
          <p:nvPr/>
        </p:nvCxnSpPr>
        <p:spPr>
          <a:xfrm flipH="1" rot="10800000">
            <a:off x="2401243" y="170513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4" name="Google Shape;474;p58"/>
          <p:cNvCxnSpPr/>
          <p:nvPr/>
        </p:nvCxnSpPr>
        <p:spPr>
          <a:xfrm flipH="1" rot="10800000">
            <a:off x="81457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5" name="Google Shape;475;p58"/>
          <p:cNvCxnSpPr/>
          <p:nvPr/>
        </p:nvCxnSpPr>
        <p:spPr>
          <a:xfrm flipH="1" rot="10800000">
            <a:off x="1671828" y="197584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6" name="Google Shape;476;p58"/>
          <p:cNvCxnSpPr/>
          <p:nvPr/>
        </p:nvCxnSpPr>
        <p:spPr>
          <a:xfrm flipH="1" rot="10800000">
            <a:off x="2235808" y="1975842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7" name="Google Shape;477;p58"/>
          <p:cNvCxnSpPr/>
          <p:nvPr/>
        </p:nvCxnSpPr>
        <p:spPr>
          <a:xfrm flipH="1" rot="10800000">
            <a:off x="131088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8" name="Google Shape;478;p58"/>
          <p:cNvCxnSpPr/>
          <p:nvPr/>
        </p:nvCxnSpPr>
        <p:spPr>
          <a:xfrm flipH="1" rot="10800000">
            <a:off x="1867341" y="2231513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9" name="Google Shape;479;p58"/>
          <p:cNvCxnSpPr/>
          <p:nvPr/>
        </p:nvCxnSpPr>
        <p:spPr>
          <a:xfrm flipH="1" rot="10800000">
            <a:off x="1115367" y="249470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0" name="Google Shape;480;p58"/>
          <p:cNvCxnSpPr/>
          <p:nvPr/>
        </p:nvCxnSpPr>
        <p:spPr>
          <a:xfrm flipH="1" rot="10800000">
            <a:off x="1671827" y="249470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1" name="Google Shape;481;p58"/>
          <p:cNvCxnSpPr/>
          <p:nvPr/>
        </p:nvCxnSpPr>
        <p:spPr>
          <a:xfrm flipH="1" rot="10800000">
            <a:off x="1085288" y="276541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2" name="Google Shape;482;p58"/>
          <p:cNvCxnSpPr/>
          <p:nvPr/>
        </p:nvCxnSpPr>
        <p:spPr>
          <a:xfrm flipH="1" rot="10800000">
            <a:off x="1701907" y="2795494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3" name="Google Shape;483;p58"/>
          <p:cNvCxnSpPr/>
          <p:nvPr/>
        </p:nvCxnSpPr>
        <p:spPr>
          <a:xfrm flipH="1" rot="10800000">
            <a:off x="1310880" y="305868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4" name="Google Shape;484;p58"/>
          <p:cNvCxnSpPr/>
          <p:nvPr/>
        </p:nvCxnSpPr>
        <p:spPr>
          <a:xfrm flipH="1" rot="10800000">
            <a:off x="1145447" y="3321875"/>
            <a:ext cx="16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5" name="Google Shape;485;p58"/>
          <p:cNvCxnSpPr/>
          <p:nvPr/>
        </p:nvCxnSpPr>
        <p:spPr>
          <a:xfrm flipH="1" rot="10800000">
            <a:off x="2723274" y="2792470"/>
            <a:ext cx="7233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Immagine che contiene schizzo, diagramma, disegno, linea&#10;&#10;Descrizione generata automaticamente" id="486" name="Google Shape;4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5608" y="2087667"/>
            <a:ext cx="2268704" cy="151710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8"/>
          <p:cNvSpPr txBox="1"/>
          <p:nvPr/>
        </p:nvSpPr>
        <p:spPr>
          <a:xfrm>
            <a:off x="4323848" y="2406316"/>
            <a:ext cx="263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8"/>
          <p:cNvSpPr txBox="1"/>
          <p:nvPr/>
        </p:nvSpPr>
        <p:spPr>
          <a:xfrm>
            <a:off x="4316328" y="3045493"/>
            <a:ext cx="263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8"/>
          <p:cNvSpPr txBox="1"/>
          <p:nvPr/>
        </p:nvSpPr>
        <p:spPr>
          <a:xfrm>
            <a:off x="6835441" y="2707106"/>
            <a:ext cx="323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9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495" name="Google Shape;495;p59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9"/>
          <p:cNvSpPr txBox="1"/>
          <p:nvPr/>
        </p:nvSpPr>
        <p:spPr>
          <a:xfrm>
            <a:off x="3062036" y="2310062"/>
            <a:ext cx="305752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A C + A C + A B C D + A</a:t>
            </a:r>
            <a:endParaRPr sz="1100"/>
          </a:p>
        </p:txBody>
      </p:sp>
      <p:cxnSp>
        <p:nvCxnSpPr>
          <p:cNvPr id="497" name="Google Shape;497;p59"/>
          <p:cNvCxnSpPr/>
          <p:nvPr/>
        </p:nvCxnSpPr>
        <p:spPr>
          <a:xfrm flipH="1" rot="10800000">
            <a:off x="3461526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8" name="Google Shape;498;p59"/>
          <p:cNvCxnSpPr/>
          <p:nvPr/>
        </p:nvCxnSpPr>
        <p:spPr>
          <a:xfrm flipH="1" rot="10800000">
            <a:off x="3634480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p59"/>
          <p:cNvCxnSpPr/>
          <p:nvPr/>
        </p:nvCxnSpPr>
        <p:spPr>
          <a:xfrm flipH="1" rot="10800000">
            <a:off x="4363894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0" name="Google Shape;500;p59"/>
          <p:cNvCxnSpPr/>
          <p:nvPr/>
        </p:nvCxnSpPr>
        <p:spPr>
          <a:xfrm flipH="1" rot="10800000">
            <a:off x="5792644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1" name="Google Shape;501;p59"/>
          <p:cNvCxnSpPr/>
          <p:nvPr/>
        </p:nvCxnSpPr>
        <p:spPr>
          <a:xfrm flipH="1" rot="10800000">
            <a:off x="5394098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" name="Google Shape;502;p59"/>
          <p:cNvCxnSpPr/>
          <p:nvPr/>
        </p:nvCxnSpPr>
        <p:spPr>
          <a:xfrm flipH="1" rot="10800000">
            <a:off x="4890275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" name="Google Shape;503;p59"/>
          <p:cNvCxnSpPr/>
          <p:nvPr/>
        </p:nvCxnSpPr>
        <p:spPr>
          <a:xfrm flipH="1" rot="10800000">
            <a:off x="5055710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" name="Google Shape;504;p59"/>
          <p:cNvCxnSpPr/>
          <p:nvPr/>
        </p:nvCxnSpPr>
        <p:spPr>
          <a:xfrm flipH="1" rot="10800000">
            <a:off x="3845032" y="2344289"/>
            <a:ext cx="284828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5" name="Google Shape;505;p59"/>
          <p:cNvCxnSpPr/>
          <p:nvPr/>
        </p:nvCxnSpPr>
        <p:spPr>
          <a:xfrm flipH="1" rot="10800000">
            <a:off x="4890275" y="2269091"/>
            <a:ext cx="653296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6" name="Google Shape;506;p59"/>
          <p:cNvCxnSpPr/>
          <p:nvPr/>
        </p:nvCxnSpPr>
        <p:spPr>
          <a:xfrm flipH="1" rot="10800000">
            <a:off x="4890275" y="2193893"/>
            <a:ext cx="1044322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512" name="Google Shape;512;p60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60"/>
          <p:cNvSpPr txBox="1"/>
          <p:nvPr/>
        </p:nvSpPr>
        <p:spPr>
          <a:xfrm>
            <a:off x="2738688" y="1588168"/>
            <a:ext cx="305752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C + A B C D + A</a:t>
            </a:r>
            <a:endParaRPr sz="1100"/>
          </a:p>
        </p:txBody>
      </p:sp>
      <p:cxnSp>
        <p:nvCxnSpPr>
          <p:cNvPr id="514" name="Google Shape;514;p60"/>
          <p:cNvCxnSpPr/>
          <p:nvPr/>
        </p:nvCxnSpPr>
        <p:spPr>
          <a:xfrm flipH="1" rot="10800000">
            <a:off x="3138178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5" name="Google Shape;515;p60"/>
          <p:cNvCxnSpPr/>
          <p:nvPr/>
        </p:nvCxnSpPr>
        <p:spPr>
          <a:xfrm flipH="1" rot="10800000">
            <a:off x="3311132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6" name="Google Shape;516;p60"/>
          <p:cNvCxnSpPr/>
          <p:nvPr/>
        </p:nvCxnSpPr>
        <p:spPr>
          <a:xfrm flipH="1" rot="10800000">
            <a:off x="4040546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7" name="Google Shape;517;p60"/>
          <p:cNvCxnSpPr/>
          <p:nvPr/>
        </p:nvCxnSpPr>
        <p:spPr>
          <a:xfrm flipH="1" rot="10800000">
            <a:off x="5469296" y="162239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8" name="Google Shape;518;p60"/>
          <p:cNvCxnSpPr/>
          <p:nvPr/>
        </p:nvCxnSpPr>
        <p:spPr>
          <a:xfrm flipH="1" rot="10800000">
            <a:off x="5070750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9" name="Google Shape;519;p60"/>
          <p:cNvCxnSpPr/>
          <p:nvPr/>
        </p:nvCxnSpPr>
        <p:spPr>
          <a:xfrm flipH="1" rot="10800000">
            <a:off x="4566927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0" name="Google Shape;520;p60"/>
          <p:cNvCxnSpPr/>
          <p:nvPr/>
        </p:nvCxnSpPr>
        <p:spPr>
          <a:xfrm flipH="1" rot="10800000">
            <a:off x="4732362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1" name="Google Shape;521;p60"/>
          <p:cNvCxnSpPr/>
          <p:nvPr/>
        </p:nvCxnSpPr>
        <p:spPr>
          <a:xfrm flipH="1" rot="10800000">
            <a:off x="3521684" y="1622394"/>
            <a:ext cx="284828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2" name="Google Shape;522;p60"/>
          <p:cNvCxnSpPr/>
          <p:nvPr/>
        </p:nvCxnSpPr>
        <p:spPr>
          <a:xfrm flipH="1" rot="10800000">
            <a:off x="4566926" y="1547196"/>
            <a:ext cx="653296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3" name="Google Shape;523;p60"/>
          <p:cNvCxnSpPr/>
          <p:nvPr/>
        </p:nvCxnSpPr>
        <p:spPr>
          <a:xfrm flipH="1" rot="10800000">
            <a:off x="4566926" y="1471998"/>
            <a:ext cx="1044322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4" name="Google Shape;524;p60"/>
          <p:cNvSpPr txBox="1"/>
          <p:nvPr/>
        </p:nvSpPr>
        <p:spPr>
          <a:xfrm>
            <a:off x="1268518" y="2475497"/>
            <a:ext cx="681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A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 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60"/>
          <p:cNvCxnSpPr/>
          <p:nvPr/>
        </p:nvCxnSpPr>
        <p:spPr>
          <a:xfrm flipH="1" rot="10800000">
            <a:off x="1342465" y="250370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6" name="Google Shape;526;p60"/>
          <p:cNvCxnSpPr/>
          <p:nvPr/>
        </p:nvCxnSpPr>
        <p:spPr>
          <a:xfrm flipH="1" rot="10800000">
            <a:off x="1515419" y="250370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7" name="Google Shape;527;p60"/>
          <p:cNvCxnSpPr/>
          <p:nvPr/>
        </p:nvCxnSpPr>
        <p:spPr>
          <a:xfrm flipH="1" rot="10800000">
            <a:off x="1725971" y="2503707"/>
            <a:ext cx="284828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1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533" name="Google Shape;533;p61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61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C + A B C D + A</a:t>
            </a:r>
            <a:endParaRPr sz="1100"/>
          </a:p>
        </p:txBody>
      </p:sp>
      <p:cxnSp>
        <p:nvCxnSpPr>
          <p:cNvPr id="535" name="Google Shape;535;p61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6" name="Google Shape;536;p61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7" name="Google Shape;537;p61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8" name="Google Shape;538;p61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9" name="Google Shape;539;p61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0" name="Google Shape;540;p61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1" name="Google Shape;541;p61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2" name="Google Shape;542;p61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3" name="Google Shape;543;p61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4" name="Google Shape;544;p61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5" name="Google Shape;545;p61"/>
          <p:cNvSpPr txBox="1"/>
          <p:nvPr/>
        </p:nvSpPr>
        <p:spPr>
          <a:xfrm>
            <a:off x="1287375" y="2475500"/>
            <a:ext cx="2128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A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 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(A+C)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61"/>
          <p:cNvCxnSpPr/>
          <p:nvPr/>
        </p:nvCxnSpPr>
        <p:spPr>
          <a:xfrm flipH="1" rot="10800000">
            <a:off x="1342466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7" name="Google Shape;547;p61"/>
          <p:cNvCxnSpPr/>
          <p:nvPr/>
        </p:nvCxnSpPr>
        <p:spPr>
          <a:xfrm flipH="1" rot="10800000">
            <a:off x="1515419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" name="Google Shape;548;p61"/>
          <p:cNvCxnSpPr/>
          <p:nvPr/>
        </p:nvCxnSpPr>
        <p:spPr>
          <a:xfrm flipH="1" rot="10800000">
            <a:off x="1725971" y="2503728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9" name="Google Shape;549;p61"/>
          <p:cNvCxnSpPr/>
          <p:nvPr/>
        </p:nvCxnSpPr>
        <p:spPr>
          <a:xfrm flipH="1" rot="10800000">
            <a:off x="2229794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0" name="Google Shape;550;p61"/>
          <p:cNvCxnSpPr/>
          <p:nvPr/>
        </p:nvCxnSpPr>
        <p:spPr>
          <a:xfrm flipH="1" rot="10800000">
            <a:off x="241778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1" name="Google Shape;551;p61"/>
          <p:cNvCxnSpPr/>
          <p:nvPr/>
        </p:nvCxnSpPr>
        <p:spPr>
          <a:xfrm flipH="1" rot="10800000">
            <a:off x="2650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2" name="Google Shape;552;p61"/>
          <p:cNvCxnSpPr/>
          <p:nvPr/>
        </p:nvCxnSpPr>
        <p:spPr>
          <a:xfrm flipH="1" rot="10800000">
            <a:off x="2899051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2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558" name="Google Shape;558;p62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62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C + A B C D + A</a:t>
            </a:r>
            <a:endParaRPr sz="1100"/>
          </a:p>
        </p:txBody>
      </p:sp>
      <p:cxnSp>
        <p:nvCxnSpPr>
          <p:cNvPr id="560" name="Google Shape;560;p62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1" name="Google Shape;561;p62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2" name="Google Shape;562;p62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3" name="Google Shape;563;p62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4" name="Google Shape;564;p62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5" name="Google Shape;565;p62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6" name="Google Shape;566;p62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7" name="Google Shape;567;p62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8" name="Google Shape;568;p62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9" name="Google Shape;569;p62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0" name="Google Shape;570;p62"/>
          <p:cNvSpPr txBox="1"/>
          <p:nvPr/>
        </p:nvSpPr>
        <p:spPr>
          <a:xfrm>
            <a:off x="1287375" y="2475500"/>
            <a:ext cx="3711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A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 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(A+C)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 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+ B A C =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1" name="Google Shape;571;p62"/>
          <p:cNvCxnSpPr/>
          <p:nvPr/>
        </p:nvCxnSpPr>
        <p:spPr>
          <a:xfrm flipH="1" rot="10800000">
            <a:off x="1342466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2" name="Google Shape;572;p62"/>
          <p:cNvCxnSpPr/>
          <p:nvPr/>
        </p:nvCxnSpPr>
        <p:spPr>
          <a:xfrm flipH="1" rot="10800000">
            <a:off x="1515419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3" name="Google Shape;573;p62"/>
          <p:cNvCxnSpPr/>
          <p:nvPr/>
        </p:nvCxnSpPr>
        <p:spPr>
          <a:xfrm flipH="1" rot="10800000">
            <a:off x="1725971" y="2503728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4" name="Google Shape;574;p62"/>
          <p:cNvCxnSpPr/>
          <p:nvPr/>
        </p:nvCxnSpPr>
        <p:spPr>
          <a:xfrm flipH="1" rot="10800000">
            <a:off x="2229794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5" name="Google Shape;575;p62"/>
          <p:cNvCxnSpPr/>
          <p:nvPr/>
        </p:nvCxnSpPr>
        <p:spPr>
          <a:xfrm flipH="1" rot="10800000">
            <a:off x="241778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6" name="Google Shape;576;p62"/>
          <p:cNvCxnSpPr/>
          <p:nvPr/>
        </p:nvCxnSpPr>
        <p:spPr>
          <a:xfrm flipH="1" rot="10800000">
            <a:off x="2650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7" name="Google Shape;577;p62"/>
          <p:cNvCxnSpPr/>
          <p:nvPr/>
        </p:nvCxnSpPr>
        <p:spPr>
          <a:xfrm flipH="1" rot="10800000">
            <a:off x="2899051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8" name="Google Shape;578;p62"/>
          <p:cNvCxnSpPr/>
          <p:nvPr/>
        </p:nvCxnSpPr>
        <p:spPr>
          <a:xfrm flipH="1" rot="10800000">
            <a:off x="332015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9" name="Google Shape;579;p62"/>
          <p:cNvCxnSpPr/>
          <p:nvPr/>
        </p:nvCxnSpPr>
        <p:spPr>
          <a:xfrm flipH="1" rot="10800000">
            <a:off x="3523189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0" name="Google Shape;580;p62"/>
          <p:cNvCxnSpPr/>
          <p:nvPr/>
        </p:nvCxnSpPr>
        <p:spPr>
          <a:xfrm flipH="1" rot="10800000">
            <a:off x="3711182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1" name="Google Shape;581;p62"/>
          <p:cNvCxnSpPr/>
          <p:nvPr/>
        </p:nvCxnSpPr>
        <p:spPr>
          <a:xfrm flipH="1" rot="10800000">
            <a:off x="401949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p62"/>
          <p:cNvCxnSpPr/>
          <p:nvPr/>
        </p:nvCxnSpPr>
        <p:spPr>
          <a:xfrm flipH="1" rot="10800000">
            <a:off x="4222524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3" name="Google Shape;583;p62"/>
          <p:cNvCxnSpPr/>
          <p:nvPr/>
        </p:nvCxnSpPr>
        <p:spPr>
          <a:xfrm flipH="1" rot="10800000">
            <a:off x="4395479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3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589" name="Google Shape;589;p63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63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C + A B C D + A</a:t>
            </a:r>
            <a:endParaRPr sz="1100"/>
          </a:p>
        </p:txBody>
      </p:sp>
      <p:cxnSp>
        <p:nvCxnSpPr>
          <p:cNvPr id="591" name="Google Shape;591;p63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2" name="Google Shape;592;p63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3" name="Google Shape;593;p63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4" name="Google Shape;594;p63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5" name="Google Shape;595;p63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6" name="Google Shape;596;p63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7" name="Google Shape;597;p63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8" name="Google Shape;598;p63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9" name="Google Shape;599;p63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0" name="Google Shape;600;p63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1" name="Google Shape;601;p63"/>
          <p:cNvSpPr txBox="1"/>
          <p:nvPr/>
        </p:nvSpPr>
        <p:spPr>
          <a:xfrm>
            <a:off x="1287375" y="2475500"/>
            <a:ext cx="487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A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 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(A+C)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 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+ B A C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+ B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2" name="Google Shape;602;p63"/>
          <p:cNvCxnSpPr/>
          <p:nvPr/>
        </p:nvCxnSpPr>
        <p:spPr>
          <a:xfrm flipH="1" rot="10800000">
            <a:off x="1342466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3" name="Google Shape;603;p63"/>
          <p:cNvCxnSpPr/>
          <p:nvPr/>
        </p:nvCxnSpPr>
        <p:spPr>
          <a:xfrm flipH="1" rot="10800000">
            <a:off x="1515419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4" name="Google Shape;604;p63"/>
          <p:cNvCxnSpPr/>
          <p:nvPr/>
        </p:nvCxnSpPr>
        <p:spPr>
          <a:xfrm flipH="1" rot="10800000">
            <a:off x="1725971" y="2503728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5" name="Google Shape;605;p63"/>
          <p:cNvCxnSpPr/>
          <p:nvPr/>
        </p:nvCxnSpPr>
        <p:spPr>
          <a:xfrm flipH="1" rot="10800000">
            <a:off x="2229794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6" name="Google Shape;606;p63"/>
          <p:cNvCxnSpPr/>
          <p:nvPr/>
        </p:nvCxnSpPr>
        <p:spPr>
          <a:xfrm flipH="1" rot="10800000">
            <a:off x="241778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7" name="Google Shape;607;p63"/>
          <p:cNvCxnSpPr/>
          <p:nvPr/>
        </p:nvCxnSpPr>
        <p:spPr>
          <a:xfrm flipH="1" rot="10800000">
            <a:off x="2650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8" name="Google Shape;608;p63"/>
          <p:cNvCxnSpPr/>
          <p:nvPr/>
        </p:nvCxnSpPr>
        <p:spPr>
          <a:xfrm flipH="1" rot="10800000">
            <a:off x="2899051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63"/>
          <p:cNvCxnSpPr/>
          <p:nvPr/>
        </p:nvCxnSpPr>
        <p:spPr>
          <a:xfrm flipH="1" rot="10800000">
            <a:off x="332015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0" name="Google Shape;610;p63"/>
          <p:cNvCxnSpPr/>
          <p:nvPr/>
        </p:nvCxnSpPr>
        <p:spPr>
          <a:xfrm flipH="1" rot="10800000">
            <a:off x="3523189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1" name="Google Shape;611;p63"/>
          <p:cNvCxnSpPr/>
          <p:nvPr/>
        </p:nvCxnSpPr>
        <p:spPr>
          <a:xfrm flipH="1" rot="10800000">
            <a:off x="3711182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2" name="Google Shape;612;p63"/>
          <p:cNvCxnSpPr/>
          <p:nvPr/>
        </p:nvCxnSpPr>
        <p:spPr>
          <a:xfrm flipH="1" rot="10800000">
            <a:off x="401949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3" name="Google Shape;613;p63"/>
          <p:cNvCxnSpPr/>
          <p:nvPr/>
        </p:nvCxnSpPr>
        <p:spPr>
          <a:xfrm flipH="1" rot="10800000">
            <a:off x="4222524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4" name="Google Shape;614;p63"/>
          <p:cNvCxnSpPr/>
          <p:nvPr/>
        </p:nvCxnSpPr>
        <p:spPr>
          <a:xfrm flipH="1" rot="10800000">
            <a:off x="4395479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5" name="Google Shape;615;p63"/>
          <p:cNvCxnSpPr/>
          <p:nvPr/>
        </p:nvCxnSpPr>
        <p:spPr>
          <a:xfrm flipH="1" rot="10800000">
            <a:off x="473386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6" name="Google Shape;616;p63"/>
          <p:cNvCxnSpPr/>
          <p:nvPr/>
        </p:nvCxnSpPr>
        <p:spPr>
          <a:xfrm flipH="1" rot="10800000">
            <a:off x="4936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7" name="Google Shape;617;p63"/>
          <p:cNvCxnSpPr/>
          <p:nvPr/>
        </p:nvCxnSpPr>
        <p:spPr>
          <a:xfrm flipH="1" rot="10800000">
            <a:off x="5245208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8" name="Google Shape;618;p63"/>
          <p:cNvCxnSpPr/>
          <p:nvPr/>
        </p:nvCxnSpPr>
        <p:spPr>
          <a:xfrm flipH="1" rot="10800000">
            <a:off x="542568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9" name="Google Shape;619;p63"/>
          <p:cNvCxnSpPr/>
          <p:nvPr/>
        </p:nvCxnSpPr>
        <p:spPr>
          <a:xfrm flipH="1" rot="10800000">
            <a:off x="561367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4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625" name="Google Shape;625;p64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4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C + A B C D + A</a:t>
            </a:r>
            <a:endParaRPr sz="1100"/>
          </a:p>
        </p:txBody>
      </p:sp>
      <p:cxnSp>
        <p:nvCxnSpPr>
          <p:cNvPr id="627" name="Google Shape;627;p64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8" name="Google Shape;628;p64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9" name="Google Shape;629;p64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64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1" name="Google Shape;631;p64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64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3" name="Google Shape;633;p64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4" name="Google Shape;634;p64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5" name="Google Shape;635;p64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6" name="Google Shape;636;p64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7" name="Google Shape;637;p64"/>
          <p:cNvSpPr txBox="1"/>
          <p:nvPr/>
        </p:nvSpPr>
        <p:spPr>
          <a:xfrm>
            <a:off x="1287375" y="2475500"/>
            <a:ext cx="585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A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 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(A+C)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 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+ B A C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+ B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8" name="Google Shape;638;p64"/>
          <p:cNvCxnSpPr/>
          <p:nvPr/>
        </p:nvCxnSpPr>
        <p:spPr>
          <a:xfrm flipH="1" rot="10800000">
            <a:off x="1342466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9" name="Google Shape;639;p64"/>
          <p:cNvCxnSpPr/>
          <p:nvPr/>
        </p:nvCxnSpPr>
        <p:spPr>
          <a:xfrm flipH="1" rot="10800000">
            <a:off x="1515419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0" name="Google Shape;640;p64"/>
          <p:cNvCxnSpPr/>
          <p:nvPr/>
        </p:nvCxnSpPr>
        <p:spPr>
          <a:xfrm flipH="1" rot="10800000">
            <a:off x="1725971" y="2503728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1" name="Google Shape;641;p64"/>
          <p:cNvCxnSpPr/>
          <p:nvPr/>
        </p:nvCxnSpPr>
        <p:spPr>
          <a:xfrm flipH="1" rot="10800000">
            <a:off x="2229794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2" name="Google Shape;642;p64"/>
          <p:cNvCxnSpPr/>
          <p:nvPr/>
        </p:nvCxnSpPr>
        <p:spPr>
          <a:xfrm flipH="1" rot="10800000">
            <a:off x="241778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3" name="Google Shape;643;p64"/>
          <p:cNvCxnSpPr/>
          <p:nvPr/>
        </p:nvCxnSpPr>
        <p:spPr>
          <a:xfrm flipH="1" rot="10800000">
            <a:off x="2650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4" name="Google Shape;644;p64"/>
          <p:cNvCxnSpPr/>
          <p:nvPr/>
        </p:nvCxnSpPr>
        <p:spPr>
          <a:xfrm flipH="1" rot="10800000">
            <a:off x="2899051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5" name="Google Shape;645;p64"/>
          <p:cNvCxnSpPr/>
          <p:nvPr/>
        </p:nvCxnSpPr>
        <p:spPr>
          <a:xfrm flipH="1" rot="10800000">
            <a:off x="332015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6" name="Google Shape;646;p64"/>
          <p:cNvCxnSpPr/>
          <p:nvPr/>
        </p:nvCxnSpPr>
        <p:spPr>
          <a:xfrm flipH="1" rot="10800000">
            <a:off x="3523189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p64"/>
          <p:cNvCxnSpPr/>
          <p:nvPr/>
        </p:nvCxnSpPr>
        <p:spPr>
          <a:xfrm flipH="1" rot="10800000">
            <a:off x="3711182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8" name="Google Shape;648;p64"/>
          <p:cNvCxnSpPr/>
          <p:nvPr/>
        </p:nvCxnSpPr>
        <p:spPr>
          <a:xfrm flipH="1" rot="10800000">
            <a:off x="401949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9" name="Google Shape;649;p64"/>
          <p:cNvCxnSpPr/>
          <p:nvPr/>
        </p:nvCxnSpPr>
        <p:spPr>
          <a:xfrm flipH="1" rot="10800000">
            <a:off x="4222524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0" name="Google Shape;650;p64"/>
          <p:cNvCxnSpPr/>
          <p:nvPr/>
        </p:nvCxnSpPr>
        <p:spPr>
          <a:xfrm flipH="1" rot="10800000">
            <a:off x="4395479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1" name="Google Shape;651;p64"/>
          <p:cNvCxnSpPr/>
          <p:nvPr/>
        </p:nvCxnSpPr>
        <p:spPr>
          <a:xfrm flipH="1" rot="10800000">
            <a:off x="473386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2" name="Google Shape;652;p64"/>
          <p:cNvCxnSpPr/>
          <p:nvPr/>
        </p:nvCxnSpPr>
        <p:spPr>
          <a:xfrm flipH="1" rot="10800000">
            <a:off x="4936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3" name="Google Shape;653;p64"/>
          <p:cNvCxnSpPr/>
          <p:nvPr/>
        </p:nvCxnSpPr>
        <p:spPr>
          <a:xfrm flipH="1" rot="10800000">
            <a:off x="5245208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4" name="Google Shape;654;p64"/>
          <p:cNvCxnSpPr/>
          <p:nvPr/>
        </p:nvCxnSpPr>
        <p:spPr>
          <a:xfrm flipH="1" rot="10800000">
            <a:off x="542568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5" name="Google Shape;655;p64"/>
          <p:cNvCxnSpPr/>
          <p:nvPr/>
        </p:nvCxnSpPr>
        <p:spPr>
          <a:xfrm flipH="1" rot="10800000">
            <a:off x="561367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6" name="Google Shape;656;p64"/>
          <p:cNvCxnSpPr/>
          <p:nvPr/>
        </p:nvCxnSpPr>
        <p:spPr>
          <a:xfrm flipH="1" rot="10800000">
            <a:off x="5952064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7" name="Google Shape;657;p64"/>
          <p:cNvCxnSpPr/>
          <p:nvPr/>
        </p:nvCxnSpPr>
        <p:spPr>
          <a:xfrm flipH="1" rot="10800000">
            <a:off x="6140057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8" name="Google Shape;658;p64"/>
          <p:cNvCxnSpPr/>
          <p:nvPr/>
        </p:nvCxnSpPr>
        <p:spPr>
          <a:xfrm flipH="1" rot="10800000">
            <a:off x="6613801" y="24736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5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664" name="Google Shape;664;p65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65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C + A B C D + A</a:t>
            </a:r>
            <a:endParaRPr sz="1100"/>
          </a:p>
        </p:txBody>
      </p:sp>
      <p:cxnSp>
        <p:nvCxnSpPr>
          <p:cNvPr id="666" name="Google Shape;666;p65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7" name="Google Shape;667;p65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8" name="Google Shape;668;p65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9" name="Google Shape;669;p65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0" name="Google Shape;670;p65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1" name="Google Shape;671;p65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2" name="Google Shape;672;p65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3" name="Google Shape;673;p65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4" name="Google Shape;674;p65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5" name="Google Shape;675;p65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6" name="Google Shape;676;p65"/>
          <p:cNvSpPr txBox="1"/>
          <p:nvPr/>
        </p:nvSpPr>
        <p:spPr>
          <a:xfrm>
            <a:off x="1259075" y="2475500"/>
            <a:ext cx="637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A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 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(A+C)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 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+ B A C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+ B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7" name="Google Shape;677;p65"/>
          <p:cNvCxnSpPr/>
          <p:nvPr/>
        </p:nvCxnSpPr>
        <p:spPr>
          <a:xfrm flipH="1" rot="10800000">
            <a:off x="1342466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8" name="Google Shape;678;p65"/>
          <p:cNvCxnSpPr/>
          <p:nvPr/>
        </p:nvCxnSpPr>
        <p:spPr>
          <a:xfrm flipH="1" rot="10800000">
            <a:off x="1515419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9" name="Google Shape;679;p65"/>
          <p:cNvCxnSpPr/>
          <p:nvPr/>
        </p:nvCxnSpPr>
        <p:spPr>
          <a:xfrm flipH="1" rot="10800000">
            <a:off x="1725971" y="2503728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0" name="Google Shape;680;p65"/>
          <p:cNvCxnSpPr/>
          <p:nvPr/>
        </p:nvCxnSpPr>
        <p:spPr>
          <a:xfrm flipH="1" rot="10800000">
            <a:off x="2229794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1" name="Google Shape;681;p65"/>
          <p:cNvCxnSpPr/>
          <p:nvPr/>
        </p:nvCxnSpPr>
        <p:spPr>
          <a:xfrm flipH="1" rot="10800000">
            <a:off x="241778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2" name="Google Shape;682;p65"/>
          <p:cNvCxnSpPr/>
          <p:nvPr/>
        </p:nvCxnSpPr>
        <p:spPr>
          <a:xfrm flipH="1" rot="10800000">
            <a:off x="2650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3" name="Google Shape;683;p65"/>
          <p:cNvCxnSpPr/>
          <p:nvPr/>
        </p:nvCxnSpPr>
        <p:spPr>
          <a:xfrm flipH="1" rot="10800000">
            <a:off x="2899051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4" name="Google Shape;684;p65"/>
          <p:cNvCxnSpPr/>
          <p:nvPr/>
        </p:nvCxnSpPr>
        <p:spPr>
          <a:xfrm flipH="1" rot="10800000">
            <a:off x="332015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5" name="Google Shape;685;p65"/>
          <p:cNvCxnSpPr/>
          <p:nvPr/>
        </p:nvCxnSpPr>
        <p:spPr>
          <a:xfrm flipH="1" rot="10800000">
            <a:off x="3523189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6" name="Google Shape;686;p65"/>
          <p:cNvCxnSpPr/>
          <p:nvPr/>
        </p:nvCxnSpPr>
        <p:spPr>
          <a:xfrm flipH="1" rot="10800000">
            <a:off x="3711182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7" name="Google Shape;687;p65"/>
          <p:cNvCxnSpPr/>
          <p:nvPr/>
        </p:nvCxnSpPr>
        <p:spPr>
          <a:xfrm flipH="1" rot="10800000">
            <a:off x="401949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8" name="Google Shape;688;p65"/>
          <p:cNvCxnSpPr/>
          <p:nvPr/>
        </p:nvCxnSpPr>
        <p:spPr>
          <a:xfrm flipH="1" rot="10800000">
            <a:off x="4222524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9" name="Google Shape;689;p65"/>
          <p:cNvCxnSpPr/>
          <p:nvPr/>
        </p:nvCxnSpPr>
        <p:spPr>
          <a:xfrm flipH="1" rot="10800000">
            <a:off x="4395479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0" name="Google Shape;690;p65"/>
          <p:cNvCxnSpPr/>
          <p:nvPr/>
        </p:nvCxnSpPr>
        <p:spPr>
          <a:xfrm flipH="1" rot="10800000">
            <a:off x="473386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1" name="Google Shape;691;p65"/>
          <p:cNvCxnSpPr/>
          <p:nvPr/>
        </p:nvCxnSpPr>
        <p:spPr>
          <a:xfrm flipH="1" rot="10800000">
            <a:off x="4936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2" name="Google Shape;692;p65"/>
          <p:cNvCxnSpPr/>
          <p:nvPr/>
        </p:nvCxnSpPr>
        <p:spPr>
          <a:xfrm flipH="1" rot="10800000">
            <a:off x="5245208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65"/>
          <p:cNvCxnSpPr/>
          <p:nvPr/>
        </p:nvCxnSpPr>
        <p:spPr>
          <a:xfrm flipH="1" rot="10800000">
            <a:off x="542568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65"/>
          <p:cNvCxnSpPr/>
          <p:nvPr/>
        </p:nvCxnSpPr>
        <p:spPr>
          <a:xfrm flipH="1" rot="10800000">
            <a:off x="561367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65"/>
          <p:cNvCxnSpPr/>
          <p:nvPr/>
        </p:nvCxnSpPr>
        <p:spPr>
          <a:xfrm flipH="1" rot="10800000">
            <a:off x="5952064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6" name="Google Shape;696;p65"/>
          <p:cNvCxnSpPr/>
          <p:nvPr/>
        </p:nvCxnSpPr>
        <p:spPr>
          <a:xfrm flipH="1" rot="10800000">
            <a:off x="6140057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7" name="Google Shape;697;p65"/>
          <p:cNvCxnSpPr/>
          <p:nvPr/>
        </p:nvCxnSpPr>
        <p:spPr>
          <a:xfrm flipH="1" rot="10800000">
            <a:off x="6613801" y="24736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8" name="Google Shape;698;p65"/>
          <p:cNvCxnSpPr/>
          <p:nvPr/>
        </p:nvCxnSpPr>
        <p:spPr>
          <a:xfrm flipH="1" rot="10800000">
            <a:off x="7004827" y="24736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9" name="Google Shape;699;p65"/>
          <p:cNvCxnSpPr/>
          <p:nvPr/>
        </p:nvCxnSpPr>
        <p:spPr>
          <a:xfrm flipH="1" rot="10800000">
            <a:off x="7207860" y="24736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6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705" name="Google Shape;705;p66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66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C + A B C D + A</a:t>
            </a:r>
            <a:endParaRPr sz="1100"/>
          </a:p>
        </p:txBody>
      </p:sp>
      <p:cxnSp>
        <p:nvCxnSpPr>
          <p:cNvPr id="707" name="Google Shape;707;p66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8" name="Google Shape;708;p66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9" name="Google Shape;709;p66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0" name="Google Shape;710;p66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1" name="Google Shape;711;p66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2" name="Google Shape;712;p66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3" name="Google Shape;713;p66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4" name="Google Shape;714;p66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5" name="Google Shape;715;p66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6" name="Google Shape;716;p66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7" name="Google Shape;717;p66"/>
          <p:cNvSpPr txBox="1"/>
          <p:nvPr/>
        </p:nvSpPr>
        <p:spPr>
          <a:xfrm>
            <a:off x="1287379" y="2475497"/>
            <a:ext cx="681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A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 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(A+C)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 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+ B A C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+ B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8" name="Google Shape;718;p66"/>
          <p:cNvCxnSpPr/>
          <p:nvPr/>
        </p:nvCxnSpPr>
        <p:spPr>
          <a:xfrm flipH="1" rot="10800000">
            <a:off x="1342466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9" name="Google Shape;719;p66"/>
          <p:cNvCxnSpPr/>
          <p:nvPr/>
        </p:nvCxnSpPr>
        <p:spPr>
          <a:xfrm flipH="1" rot="10800000">
            <a:off x="1515419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0" name="Google Shape;720;p66"/>
          <p:cNvCxnSpPr/>
          <p:nvPr/>
        </p:nvCxnSpPr>
        <p:spPr>
          <a:xfrm flipH="1" rot="10800000">
            <a:off x="1725971" y="2503728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1" name="Google Shape;721;p66"/>
          <p:cNvCxnSpPr/>
          <p:nvPr/>
        </p:nvCxnSpPr>
        <p:spPr>
          <a:xfrm flipH="1" rot="10800000">
            <a:off x="2229794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2" name="Google Shape;722;p66"/>
          <p:cNvCxnSpPr/>
          <p:nvPr/>
        </p:nvCxnSpPr>
        <p:spPr>
          <a:xfrm flipH="1" rot="10800000">
            <a:off x="241778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3" name="Google Shape;723;p66"/>
          <p:cNvCxnSpPr/>
          <p:nvPr/>
        </p:nvCxnSpPr>
        <p:spPr>
          <a:xfrm flipH="1" rot="10800000">
            <a:off x="2650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4" name="Google Shape;724;p66"/>
          <p:cNvCxnSpPr/>
          <p:nvPr/>
        </p:nvCxnSpPr>
        <p:spPr>
          <a:xfrm flipH="1" rot="10800000">
            <a:off x="2899051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5" name="Google Shape;725;p66"/>
          <p:cNvCxnSpPr/>
          <p:nvPr/>
        </p:nvCxnSpPr>
        <p:spPr>
          <a:xfrm flipH="1" rot="10800000">
            <a:off x="332015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6" name="Google Shape;726;p66"/>
          <p:cNvCxnSpPr/>
          <p:nvPr/>
        </p:nvCxnSpPr>
        <p:spPr>
          <a:xfrm flipH="1" rot="10800000">
            <a:off x="3523189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7" name="Google Shape;727;p66"/>
          <p:cNvCxnSpPr/>
          <p:nvPr/>
        </p:nvCxnSpPr>
        <p:spPr>
          <a:xfrm flipH="1" rot="10800000">
            <a:off x="3711182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8" name="Google Shape;728;p66"/>
          <p:cNvCxnSpPr/>
          <p:nvPr/>
        </p:nvCxnSpPr>
        <p:spPr>
          <a:xfrm flipH="1" rot="10800000">
            <a:off x="401949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9" name="Google Shape;729;p66"/>
          <p:cNvCxnSpPr/>
          <p:nvPr/>
        </p:nvCxnSpPr>
        <p:spPr>
          <a:xfrm flipH="1" rot="10800000">
            <a:off x="4222524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0" name="Google Shape;730;p66"/>
          <p:cNvCxnSpPr/>
          <p:nvPr/>
        </p:nvCxnSpPr>
        <p:spPr>
          <a:xfrm flipH="1" rot="10800000">
            <a:off x="4395479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1" name="Google Shape;731;p66"/>
          <p:cNvCxnSpPr/>
          <p:nvPr/>
        </p:nvCxnSpPr>
        <p:spPr>
          <a:xfrm flipH="1" rot="10800000">
            <a:off x="4733867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2" name="Google Shape;732;p66"/>
          <p:cNvCxnSpPr/>
          <p:nvPr/>
        </p:nvCxnSpPr>
        <p:spPr>
          <a:xfrm flipH="1" rot="10800000">
            <a:off x="4936900" y="250372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3" name="Google Shape;733;p66"/>
          <p:cNvCxnSpPr/>
          <p:nvPr/>
        </p:nvCxnSpPr>
        <p:spPr>
          <a:xfrm flipH="1" rot="10800000">
            <a:off x="5245208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4" name="Google Shape;734;p66"/>
          <p:cNvCxnSpPr/>
          <p:nvPr/>
        </p:nvCxnSpPr>
        <p:spPr>
          <a:xfrm flipH="1" rot="10800000">
            <a:off x="542568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5" name="Google Shape;735;p66"/>
          <p:cNvCxnSpPr/>
          <p:nvPr/>
        </p:nvCxnSpPr>
        <p:spPr>
          <a:xfrm flipH="1" rot="10800000">
            <a:off x="561367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6" name="Google Shape;736;p66"/>
          <p:cNvCxnSpPr/>
          <p:nvPr/>
        </p:nvCxnSpPr>
        <p:spPr>
          <a:xfrm flipH="1" rot="10800000">
            <a:off x="5952064" y="250372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7" name="Google Shape;737;p66"/>
          <p:cNvCxnSpPr/>
          <p:nvPr/>
        </p:nvCxnSpPr>
        <p:spPr>
          <a:xfrm flipH="1" rot="10800000">
            <a:off x="6140057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p66"/>
          <p:cNvCxnSpPr/>
          <p:nvPr/>
        </p:nvCxnSpPr>
        <p:spPr>
          <a:xfrm flipH="1" rot="10800000">
            <a:off x="6613801" y="24736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p66"/>
          <p:cNvCxnSpPr/>
          <p:nvPr/>
        </p:nvCxnSpPr>
        <p:spPr>
          <a:xfrm flipH="1" rot="10800000">
            <a:off x="7004827" y="24736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0" name="Google Shape;740;p66"/>
          <p:cNvCxnSpPr/>
          <p:nvPr/>
        </p:nvCxnSpPr>
        <p:spPr>
          <a:xfrm flipH="1" rot="10800000">
            <a:off x="7207860" y="24736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1" name="Google Shape;741;p66"/>
          <p:cNvCxnSpPr/>
          <p:nvPr/>
        </p:nvCxnSpPr>
        <p:spPr>
          <a:xfrm flipH="1" rot="10800000">
            <a:off x="7711682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2" name="Google Shape;742;p66"/>
          <p:cNvCxnSpPr/>
          <p:nvPr/>
        </p:nvCxnSpPr>
        <p:spPr>
          <a:xfrm flipH="1" rot="10800000">
            <a:off x="7839518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7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748" name="Google Shape;748;p67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67"/>
          <p:cNvSpPr txBox="1"/>
          <p:nvPr/>
        </p:nvSpPr>
        <p:spPr>
          <a:xfrm>
            <a:off x="2738688" y="1588168"/>
            <a:ext cx="305752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A C + A C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 + A</a:t>
            </a:r>
            <a:endParaRPr sz="1100"/>
          </a:p>
        </p:txBody>
      </p:sp>
      <p:cxnSp>
        <p:nvCxnSpPr>
          <p:cNvPr id="750" name="Google Shape;750;p67"/>
          <p:cNvCxnSpPr/>
          <p:nvPr/>
        </p:nvCxnSpPr>
        <p:spPr>
          <a:xfrm flipH="1" rot="10800000">
            <a:off x="3138178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1" name="Google Shape;751;p67"/>
          <p:cNvCxnSpPr/>
          <p:nvPr/>
        </p:nvCxnSpPr>
        <p:spPr>
          <a:xfrm flipH="1" rot="10800000">
            <a:off x="3311132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2" name="Google Shape;752;p67"/>
          <p:cNvCxnSpPr/>
          <p:nvPr/>
        </p:nvCxnSpPr>
        <p:spPr>
          <a:xfrm flipH="1" rot="10800000">
            <a:off x="4040546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3" name="Google Shape;753;p67"/>
          <p:cNvCxnSpPr/>
          <p:nvPr/>
        </p:nvCxnSpPr>
        <p:spPr>
          <a:xfrm flipH="1" rot="10800000">
            <a:off x="5469296" y="162239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4" name="Google Shape;754;p67"/>
          <p:cNvCxnSpPr/>
          <p:nvPr/>
        </p:nvCxnSpPr>
        <p:spPr>
          <a:xfrm flipH="1" rot="10800000">
            <a:off x="5070750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5" name="Google Shape;755;p67"/>
          <p:cNvCxnSpPr/>
          <p:nvPr/>
        </p:nvCxnSpPr>
        <p:spPr>
          <a:xfrm flipH="1" rot="10800000">
            <a:off x="4566927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6" name="Google Shape;756;p67"/>
          <p:cNvCxnSpPr/>
          <p:nvPr/>
        </p:nvCxnSpPr>
        <p:spPr>
          <a:xfrm flipH="1" rot="10800000">
            <a:off x="4732362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7" name="Google Shape;757;p67"/>
          <p:cNvCxnSpPr/>
          <p:nvPr/>
        </p:nvCxnSpPr>
        <p:spPr>
          <a:xfrm flipH="1" rot="10800000">
            <a:off x="3521684" y="1622394"/>
            <a:ext cx="284828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8" name="Google Shape;758;p67"/>
          <p:cNvCxnSpPr/>
          <p:nvPr/>
        </p:nvCxnSpPr>
        <p:spPr>
          <a:xfrm flipH="1" rot="10800000">
            <a:off x="4566926" y="1547196"/>
            <a:ext cx="653296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9" name="Google Shape;759;p67"/>
          <p:cNvCxnSpPr/>
          <p:nvPr/>
        </p:nvCxnSpPr>
        <p:spPr>
          <a:xfrm flipH="1" rot="10800000">
            <a:off x="4566926" y="1471998"/>
            <a:ext cx="1044322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0" name="Google Shape;760;p67"/>
          <p:cNvSpPr txBox="1"/>
          <p:nvPr/>
        </p:nvSpPr>
        <p:spPr>
          <a:xfrm>
            <a:off x="1522001" y="2469475"/>
            <a:ext cx="1720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=</a:t>
            </a:r>
            <a:endParaRPr sz="1100"/>
          </a:p>
        </p:txBody>
      </p:sp>
      <p:cxnSp>
        <p:nvCxnSpPr>
          <p:cNvPr id="761" name="Google Shape;761;p67"/>
          <p:cNvCxnSpPr/>
          <p:nvPr/>
        </p:nvCxnSpPr>
        <p:spPr>
          <a:xfrm flipH="1" rot="10800000">
            <a:off x="2553142" y="251122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2" name="Google Shape;762;p67"/>
          <p:cNvCxnSpPr/>
          <p:nvPr/>
        </p:nvCxnSpPr>
        <p:spPr>
          <a:xfrm flipH="1" rot="10800000">
            <a:off x="2154596" y="251122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3" name="Google Shape;763;p67"/>
          <p:cNvCxnSpPr/>
          <p:nvPr/>
        </p:nvCxnSpPr>
        <p:spPr>
          <a:xfrm flipH="1" rot="10800000">
            <a:off x="1650773" y="251122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4" name="Google Shape;764;p67"/>
          <p:cNvCxnSpPr/>
          <p:nvPr/>
        </p:nvCxnSpPr>
        <p:spPr>
          <a:xfrm flipH="1" rot="10800000">
            <a:off x="1816208" y="251122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5" name="Google Shape;765;p67"/>
          <p:cNvCxnSpPr/>
          <p:nvPr/>
        </p:nvCxnSpPr>
        <p:spPr>
          <a:xfrm flipH="1" rot="10800000">
            <a:off x="1650772" y="2436029"/>
            <a:ext cx="653296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6" name="Google Shape;766;p67"/>
          <p:cNvCxnSpPr/>
          <p:nvPr/>
        </p:nvCxnSpPr>
        <p:spPr>
          <a:xfrm flipH="1" rot="10800000">
            <a:off x="1650772" y="2360831"/>
            <a:ext cx="1044322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772" name="Google Shape;772;p68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8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A C + A C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 + A</a:t>
            </a:r>
            <a:endParaRPr sz="1100"/>
          </a:p>
        </p:txBody>
      </p:sp>
      <p:cxnSp>
        <p:nvCxnSpPr>
          <p:cNvPr id="774" name="Google Shape;774;p68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5" name="Google Shape;775;p68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6" name="Google Shape;776;p68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7" name="Google Shape;777;p68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8" name="Google Shape;778;p68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9" name="Google Shape;779;p68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0" name="Google Shape;780;p68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1" name="Google Shape;781;p68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2" name="Google Shape;782;p68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3" name="Google Shape;783;p68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4" name="Google Shape;784;p68"/>
          <p:cNvSpPr txBox="1"/>
          <p:nvPr/>
        </p:nvSpPr>
        <p:spPr>
          <a:xfrm>
            <a:off x="1521997" y="2469475"/>
            <a:ext cx="3149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 + C +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100"/>
          </a:p>
        </p:txBody>
      </p:sp>
      <p:cxnSp>
        <p:nvCxnSpPr>
          <p:cNvPr id="785" name="Google Shape;785;p68"/>
          <p:cNvCxnSpPr/>
          <p:nvPr/>
        </p:nvCxnSpPr>
        <p:spPr>
          <a:xfrm flipH="1" rot="10800000">
            <a:off x="2553142" y="251124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6" name="Google Shape;786;p68"/>
          <p:cNvCxnSpPr/>
          <p:nvPr/>
        </p:nvCxnSpPr>
        <p:spPr>
          <a:xfrm flipH="1" rot="10800000">
            <a:off x="2154596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7" name="Google Shape;787;p68"/>
          <p:cNvCxnSpPr/>
          <p:nvPr/>
        </p:nvCxnSpPr>
        <p:spPr>
          <a:xfrm flipH="1" rot="10800000">
            <a:off x="1650773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8" name="Google Shape;788;p68"/>
          <p:cNvCxnSpPr/>
          <p:nvPr/>
        </p:nvCxnSpPr>
        <p:spPr>
          <a:xfrm flipH="1" rot="10800000">
            <a:off x="1816208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9" name="Google Shape;789;p68"/>
          <p:cNvCxnSpPr/>
          <p:nvPr/>
        </p:nvCxnSpPr>
        <p:spPr>
          <a:xfrm flipH="1" rot="10800000">
            <a:off x="1650772" y="2436050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0" name="Google Shape;790;p68"/>
          <p:cNvCxnSpPr/>
          <p:nvPr/>
        </p:nvCxnSpPr>
        <p:spPr>
          <a:xfrm flipH="1" rot="10800000">
            <a:off x="1650772" y="2360852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1" name="Google Shape;791;p68"/>
          <p:cNvCxnSpPr/>
          <p:nvPr/>
        </p:nvCxnSpPr>
        <p:spPr>
          <a:xfrm flipH="1" rot="10800000">
            <a:off x="356830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2" name="Google Shape;792;p68"/>
          <p:cNvCxnSpPr/>
          <p:nvPr/>
        </p:nvCxnSpPr>
        <p:spPr>
          <a:xfrm flipH="1" rot="10800000">
            <a:off x="4290200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3" name="Google Shape;793;p68"/>
          <p:cNvCxnSpPr/>
          <p:nvPr/>
        </p:nvCxnSpPr>
        <p:spPr>
          <a:xfrm flipH="1" rot="10800000">
            <a:off x="2876489" y="2436050"/>
            <a:ext cx="15180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9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799" name="Google Shape;799;p69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A C + A C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 + A</a:t>
            </a:r>
            <a:endParaRPr sz="1100"/>
          </a:p>
        </p:txBody>
      </p:sp>
      <p:cxnSp>
        <p:nvCxnSpPr>
          <p:cNvPr id="801" name="Google Shape;801;p69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2" name="Google Shape;802;p69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3" name="Google Shape;803;p69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4" name="Google Shape;804;p69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5" name="Google Shape;805;p69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6" name="Google Shape;806;p69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7" name="Google Shape;807;p69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8" name="Google Shape;808;p69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9" name="Google Shape;809;p69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0" name="Google Shape;810;p69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1" name="Google Shape;811;p69"/>
          <p:cNvSpPr txBox="1"/>
          <p:nvPr/>
        </p:nvSpPr>
        <p:spPr>
          <a:xfrm>
            <a:off x="1522000" y="2469475"/>
            <a:ext cx="4796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 + C +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A+A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C + D =</a:t>
            </a:r>
            <a:endParaRPr sz="1100"/>
          </a:p>
        </p:txBody>
      </p:sp>
      <p:cxnSp>
        <p:nvCxnSpPr>
          <p:cNvPr id="812" name="Google Shape;812;p69"/>
          <p:cNvCxnSpPr/>
          <p:nvPr/>
        </p:nvCxnSpPr>
        <p:spPr>
          <a:xfrm flipH="1" rot="10800000">
            <a:off x="2553142" y="251124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3" name="Google Shape;813;p69"/>
          <p:cNvCxnSpPr/>
          <p:nvPr/>
        </p:nvCxnSpPr>
        <p:spPr>
          <a:xfrm flipH="1" rot="10800000">
            <a:off x="2154596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4" name="Google Shape;814;p69"/>
          <p:cNvCxnSpPr/>
          <p:nvPr/>
        </p:nvCxnSpPr>
        <p:spPr>
          <a:xfrm flipH="1" rot="10800000">
            <a:off x="1650773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5" name="Google Shape;815;p69"/>
          <p:cNvCxnSpPr/>
          <p:nvPr/>
        </p:nvCxnSpPr>
        <p:spPr>
          <a:xfrm flipH="1" rot="10800000">
            <a:off x="1816208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6" name="Google Shape;816;p69"/>
          <p:cNvCxnSpPr/>
          <p:nvPr/>
        </p:nvCxnSpPr>
        <p:spPr>
          <a:xfrm flipH="1" rot="10800000">
            <a:off x="1650772" y="2436050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7" name="Google Shape;817;p69"/>
          <p:cNvCxnSpPr/>
          <p:nvPr/>
        </p:nvCxnSpPr>
        <p:spPr>
          <a:xfrm flipH="1" rot="10800000">
            <a:off x="1650772" y="2360852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8" name="Google Shape;818;p69"/>
          <p:cNvCxnSpPr/>
          <p:nvPr/>
        </p:nvCxnSpPr>
        <p:spPr>
          <a:xfrm flipH="1" rot="10800000">
            <a:off x="356830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9" name="Google Shape;819;p69"/>
          <p:cNvCxnSpPr/>
          <p:nvPr/>
        </p:nvCxnSpPr>
        <p:spPr>
          <a:xfrm flipH="1" rot="10800000">
            <a:off x="4290200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0" name="Google Shape;820;p69"/>
          <p:cNvCxnSpPr/>
          <p:nvPr/>
        </p:nvCxnSpPr>
        <p:spPr>
          <a:xfrm flipH="1" rot="10800000">
            <a:off x="2876489" y="2436050"/>
            <a:ext cx="15180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1" name="Google Shape;821;p69"/>
          <p:cNvCxnSpPr/>
          <p:nvPr/>
        </p:nvCxnSpPr>
        <p:spPr>
          <a:xfrm flipH="1" rot="10800000">
            <a:off x="4951937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2" name="Google Shape;822;p69"/>
          <p:cNvCxnSpPr/>
          <p:nvPr/>
        </p:nvCxnSpPr>
        <p:spPr>
          <a:xfrm flipH="1" rot="10800000">
            <a:off x="5373043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3" name="Google Shape;823;p69"/>
          <p:cNvCxnSpPr/>
          <p:nvPr/>
        </p:nvCxnSpPr>
        <p:spPr>
          <a:xfrm flipH="1" rot="10800000">
            <a:off x="4673706" y="2436050"/>
            <a:ext cx="11571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0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829" name="Google Shape;829;p70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A C + A C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 + A</a:t>
            </a:r>
            <a:endParaRPr sz="1100"/>
          </a:p>
        </p:txBody>
      </p:sp>
      <p:cxnSp>
        <p:nvCxnSpPr>
          <p:cNvPr id="831" name="Google Shape;831;p70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2" name="Google Shape;832;p70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3" name="Google Shape;833;p70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4" name="Google Shape;834;p70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5" name="Google Shape;835;p70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6" name="Google Shape;836;p70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7" name="Google Shape;837;p70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8" name="Google Shape;838;p70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9" name="Google Shape;839;p70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0" name="Google Shape;840;p70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1" name="Google Shape;841;p70"/>
          <p:cNvSpPr txBox="1"/>
          <p:nvPr/>
        </p:nvSpPr>
        <p:spPr>
          <a:xfrm>
            <a:off x="1521994" y="2469482"/>
            <a:ext cx="6215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 + C +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A+A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C + D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+ C + D </a:t>
            </a:r>
            <a:endParaRPr sz="1100"/>
          </a:p>
        </p:txBody>
      </p:sp>
      <p:cxnSp>
        <p:nvCxnSpPr>
          <p:cNvPr id="842" name="Google Shape;842;p70"/>
          <p:cNvCxnSpPr/>
          <p:nvPr/>
        </p:nvCxnSpPr>
        <p:spPr>
          <a:xfrm flipH="1" rot="10800000">
            <a:off x="2553142" y="251124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3" name="Google Shape;843;p70"/>
          <p:cNvCxnSpPr/>
          <p:nvPr/>
        </p:nvCxnSpPr>
        <p:spPr>
          <a:xfrm flipH="1" rot="10800000">
            <a:off x="2154596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4" name="Google Shape;844;p70"/>
          <p:cNvCxnSpPr/>
          <p:nvPr/>
        </p:nvCxnSpPr>
        <p:spPr>
          <a:xfrm flipH="1" rot="10800000">
            <a:off x="1650773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5" name="Google Shape;845;p70"/>
          <p:cNvCxnSpPr/>
          <p:nvPr/>
        </p:nvCxnSpPr>
        <p:spPr>
          <a:xfrm flipH="1" rot="10800000">
            <a:off x="1816208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6" name="Google Shape;846;p70"/>
          <p:cNvCxnSpPr/>
          <p:nvPr/>
        </p:nvCxnSpPr>
        <p:spPr>
          <a:xfrm flipH="1" rot="10800000">
            <a:off x="1650772" y="2436050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7" name="Google Shape;847;p70"/>
          <p:cNvCxnSpPr/>
          <p:nvPr/>
        </p:nvCxnSpPr>
        <p:spPr>
          <a:xfrm flipH="1" rot="10800000">
            <a:off x="1650772" y="2360852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8" name="Google Shape;848;p70"/>
          <p:cNvCxnSpPr/>
          <p:nvPr/>
        </p:nvCxnSpPr>
        <p:spPr>
          <a:xfrm flipH="1" rot="10800000">
            <a:off x="356830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9" name="Google Shape;849;p70"/>
          <p:cNvCxnSpPr/>
          <p:nvPr/>
        </p:nvCxnSpPr>
        <p:spPr>
          <a:xfrm flipH="1" rot="10800000">
            <a:off x="4290200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0" name="Google Shape;850;p70"/>
          <p:cNvCxnSpPr/>
          <p:nvPr/>
        </p:nvCxnSpPr>
        <p:spPr>
          <a:xfrm flipH="1" rot="10800000">
            <a:off x="2876489" y="2436050"/>
            <a:ext cx="15180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1" name="Google Shape;851;p70"/>
          <p:cNvCxnSpPr/>
          <p:nvPr/>
        </p:nvCxnSpPr>
        <p:spPr>
          <a:xfrm flipH="1" rot="10800000">
            <a:off x="4951937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2" name="Google Shape;852;p70"/>
          <p:cNvCxnSpPr/>
          <p:nvPr/>
        </p:nvCxnSpPr>
        <p:spPr>
          <a:xfrm flipH="1" rot="10800000">
            <a:off x="5373043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3" name="Google Shape;853;p70"/>
          <p:cNvCxnSpPr/>
          <p:nvPr/>
        </p:nvCxnSpPr>
        <p:spPr>
          <a:xfrm flipH="1" rot="10800000">
            <a:off x="4673706" y="2436050"/>
            <a:ext cx="11571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4" name="Google Shape;854;p70"/>
          <p:cNvCxnSpPr/>
          <p:nvPr/>
        </p:nvCxnSpPr>
        <p:spPr>
          <a:xfrm flipH="1" rot="10800000">
            <a:off x="6004700" y="2436049"/>
            <a:ext cx="8262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5" name="Google Shape;855;p70"/>
          <p:cNvCxnSpPr/>
          <p:nvPr/>
        </p:nvCxnSpPr>
        <p:spPr>
          <a:xfrm flipH="1" rot="10800000">
            <a:off x="6365648" y="251124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1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861" name="Google Shape;861;p71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71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A C + A C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 + A</a:t>
            </a:r>
            <a:endParaRPr sz="1100"/>
          </a:p>
        </p:txBody>
      </p:sp>
      <p:cxnSp>
        <p:nvCxnSpPr>
          <p:cNvPr id="863" name="Google Shape;863;p71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4" name="Google Shape;864;p71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5" name="Google Shape;865;p71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6" name="Google Shape;866;p71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7" name="Google Shape;867;p71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8" name="Google Shape;868;p71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9" name="Google Shape;869;p71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0" name="Google Shape;870;p71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1" name="Google Shape;871;p71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2" name="Google Shape;872;p71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3" name="Google Shape;873;p71"/>
          <p:cNvSpPr txBox="1"/>
          <p:nvPr/>
        </p:nvSpPr>
        <p:spPr>
          <a:xfrm>
            <a:off x="1521994" y="2469482"/>
            <a:ext cx="6215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 + C +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A+A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C + D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+ C + D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 </a:t>
            </a:r>
            <a:endParaRPr sz="1100"/>
          </a:p>
        </p:txBody>
      </p:sp>
      <p:cxnSp>
        <p:nvCxnSpPr>
          <p:cNvPr id="874" name="Google Shape;874;p71"/>
          <p:cNvCxnSpPr/>
          <p:nvPr/>
        </p:nvCxnSpPr>
        <p:spPr>
          <a:xfrm flipH="1" rot="10800000">
            <a:off x="2553142" y="251124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5" name="Google Shape;875;p71"/>
          <p:cNvCxnSpPr/>
          <p:nvPr/>
        </p:nvCxnSpPr>
        <p:spPr>
          <a:xfrm flipH="1" rot="10800000">
            <a:off x="2154596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6" name="Google Shape;876;p71"/>
          <p:cNvCxnSpPr/>
          <p:nvPr/>
        </p:nvCxnSpPr>
        <p:spPr>
          <a:xfrm flipH="1" rot="10800000">
            <a:off x="1650773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7" name="Google Shape;877;p71"/>
          <p:cNvCxnSpPr/>
          <p:nvPr/>
        </p:nvCxnSpPr>
        <p:spPr>
          <a:xfrm flipH="1" rot="10800000">
            <a:off x="1816208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8" name="Google Shape;878;p71"/>
          <p:cNvCxnSpPr/>
          <p:nvPr/>
        </p:nvCxnSpPr>
        <p:spPr>
          <a:xfrm flipH="1" rot="10800000">
            <a:off x="1650772" y="2436050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" name="Google Shape;879;p71"/>
          <p:cNvCxnSpPr/>
          <p:nvPr/>
        </p:nvCxnSpPr>
        <p:spPr>
          <a:xfrm flipH="1" rot="10800000">
            <a:off x="1650772" y="2360852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0" name="Google Shape;880;p71"/>
          <p:cNvCxnSpPr/>
          <p:nvPr/>
        </p:nvCxnSpPr>
        <p:spPr>
          <a:xfrm flipH="1" rot="10800000">
            <a:off x="356830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1" name="Google Shape;881;p71"/>
          <p:cNvCxnSpPr/>
          <p:nvPr/>
        </p:nvCxnSpPr>
        <p:spPr>
          <a:xfrm flipH="1" rot="10800000">
            <a:off x="4290200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2" name="Google Shape;882;p71"/>
          <p:cNvCxnSpPr/>
          <p:nvPr/>
        </p:nvCxnSpPr>
        <p:spPr>
          <a:xfrm flipH="1" rot="10800000">
            <a:off x="2876489" y="2436050"/>
            <a:ext cx="15180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3" name="Google Shape;883;p71"/>
          <p:cNvCxnSpPr/>
          <p:nvPr/>
        </p:nvCxnSpPr>
        <p:spPr>
          <a:xfrm flipH="1" rot="10800000">
            <a:off x="4951937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4" name="Google Shape;884;p71"/>
          <p:cNvCxnSpPr/>
          <p:nvPr/>
        </p:nvCxnSpPr>
        <p:spPr>
          <a:xfrm flipH="1" rot="10800000">
            <a:off x="5373043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5" name="Google Shape;885;p71"/>
          <p:cNvCxnSpPr/>
          <p:nvPr/>
        </p:nvCxnSpPr>
        <p:spPr>
          <a:xfrm flipH="1" rot="10800000">
            <a:off x="4673706" y="2436050"/>
            <a:ext cx="11571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6" name="Google Shape;886;p71"/>
          <p:cNvCxnSpPr/>
          <p:nvPr/>
        </p:nvCxnSpPr>
        <p:spPr>
          <a:xfrm flipH="1" rot="10800000">
            <a:off x="6004700" y="2436049"/>
            <a:ext cx="8262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7" name="Google Shape;887;p71"/>
          <p:cNvCxnSpPr/>
          <p:nvPr/>
        </p:nvCxnSpPr>
        <p:spPr>
          <a:xfrm flipH="1" rot="10800000">
            <a:off x="6365648" y="251124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p71"/>
          <p:cNvCxnSpPr/>
          <p:nvPr/>
        </p:nvCxnSpPr>
        <p:spPr>
          <a:xfrm flipH="1" rot="10800000">
            <a:off x="7072503" y="249620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2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894" name="Google Shape;894;p72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72"/>
          <p:cNvSpPr txBox="1"/>
          <p:nvPr/>
        </p:nvSpPr>
        <p:spPr>
          <a:xfrm>
            <a:off x="2738688" y="1588168"/>
            <a:ext cx="305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A C + A C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 + A</a:t>
            </a:r>
            <a:endParaRPr sz="1100"/>
          </a:p>
        </p:txBody>
      </p:sp>
      <p:cxnSp>
        <p:nvCxnSpPr>
          <p:cNvPr id="896" name="Google Shape;896;p72"/>
          <p:cNvCxnSpPr/>
          <p:nvPr/>
        </p:nvCxnSpPr>
        <p:spPr>
          <a:xfrm flipH="1" rot="10800000">
            <a:off x="3138178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7" name="Google Shape;897;p72"/>
          <p:cNvCxnSpPr/>
          <p:nvPr/>
        </p:nvCxnSpPr>
        <p:spPr>
          <a:xfrm flipH="1" rot="10800000">
            <a:off x="331113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8" name="Google Shape;898;p72"/>
          <p:cNvCxnSpPr/>
          <p:nvPr/>
        </p:nvCxnSpPr>
        <p:spPr>
          <a:xfrm flipH="1" rot="10800000">
            <a:off x="4040546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9" name="Google Shape;899;p72"/>
          <p:cNvCxnSpPr/>
          <p:nvPr/>
        </p:nvCxnSpPr>
        <p:spPr>
          <a:xfrm flipH="1" rot="10800000">
            <a:off x="5469296" y="162241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0" name="Google Shape;900;p72"/>
          <p:cNvCxnSpPr/>
          <p:nvPr/>
        </p:nvCxnSpPr>
        <p:spPr>
          <a:xfrm flipH="1" rot="10800000">
            <a:off x="5070750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1" name="Google Shape;901;p72"/>
          <p:cNvCxnSpPr/>
          <p:nvPr/>
        </p:nvCxnSpPr>
        <p:spPr>
          <a:xfrm flipH="1" rot="10800000">
            <a:off x="4566927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2" name="Google Shape;902;p72"/>
          <p:cNvCxnSpPr/>
          <p:nvPr/>
        </p:nvCxnSpPr>
        <p:spPr>
          <a:xfrm flipH="1" rot="10800000">
            <a:off x="4732362" y="1622416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3" name="Google Shape;903;p72"/>
          <p:cNvCxnSpPr/>
          <p:nvPr/>
        </p:nvCxnSpPr>
        <p:spPr>
          <a:xfrm flipH="1" rot="10800000">
            <a:off x="3521684" y="1622415"/>
            <a:ext cx="284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4" name="Google Shape;904;p72"/>
          <p:cNvCxnSpPr/>
          <p:nvPr/>
        </p:nvCxnSpPr>
        <p:spPr>
          <a:xfrm flipH="1" rot="10800000">
            <a:off x="4566926" y="1547217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5" name="Google Shape;905;p72"/>
          <p:cNvCxnSpPr/>
          <p:nvPr/>
        </p:nvCxnSpPr>
        <p:spPr>
          <a:xfrm flipH="1" rot="10800000">
            <a:off x="4566926" y="1472019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6" name="Google Shape;906;p72"/>
          <p:cNvSpPr txBox="1"/>
          <p:nvPr/>
        </p:nvSpPr>
        <p:spPr>
          <a:xfrm>
            <a:off x="1521994" y="2469482"/>
            <a:ext cx="6215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 + C +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A+A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C + D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+ C + D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 = 0</a:t>
            </a:r>
            <a:endParaRPr sz="1100"/>
          </a:p>
        </p:txBody>
      </p:sp>
      <p:cxnSp>
        <p:nvCxnSpPr>
          <p:cNvPr id="907" name="Google Shape;907;p72"/>
          <p:cNvCxnSpPr/>
          <p:nvPr/>
        </p:nvCxnSpPr>
        <p:spPr>
          <a:xfrm flipH="1" rot="10800000">
            <a:off x="2553142" y="251124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8" name="Google Shape;908;p72"/>
          <p:cNvCxnSpPr/>
          <p:nvPr/>
        </p:nvCxnSpPr>
        <p:spPr>
          <a:xfrm flipH="1" rot="10800000">
            <a:off x="2154596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9" name="Google Shape;909;p72"/>
          <p:cNvCxnSpPr/>
          <p:nvPr/>
        </p:nvCxnSpPr>
        <p:spPr>
          <a:xfrm flipH="1" rot="10800000">
            <a:off x="1650773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0" name="Google Shape;910;p72"/>
          <p:cNvCxnSpPr/>
          <p:nvPr/>
        </p:nvCxnSpPr>
        <p:spPr>
          <a:xfrm flipH="1" rot="10800000">
            <a:off x="1816208" y="251124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1" name="Google Shape;911;p72"/>
          <p:cNvCxnSpPr/>
          <p:nvPr/>
        </p:nvCxnSpPr>
        <p:spPr>
          <a:xfrm flipH="1" rot="10800000">
            <a:off x="1650772" y="2436050"/>
            <a:ext cx="653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2" name="Google Shape;912;p72"/>
          <p:cNvCxnSpPr/>
          <p:nvPr/>
        </p:nvCxnSpPr>
        <p:spPr>
          <a:xfrm flipH="1" rot="10800000">
            <a:off x="1650772" y="2360852"/>
            <a:ext cx="1044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3" name="Google Shape;913;p72"/>
          <p:cNvCxnSpPr/>
          <p:nvPr/>
        </p:nvCxnSpPr>
        <p:spPr>
          <a:xfrm flipH="1" rot="10800000">
            <a:off x="3568306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4" name="Google Shape;914;p72"/>
          <p:cNvCxnSpPr/>
          <p:nvPr/>
        </p:nvCxnSpPr>
        <p:spPr>
          <a:xfrm flipH="1" rot="10800000">
            <a:off x="4290200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5" name="Google Shape;915;p72"/>
          <p:cNvCxnSpPr/>
          <p:nvPr/>
        </p:nvCxnSpPr>
        <p:spPr>
          <a:xfrm flipH="1" rot="10800000">
            <a:off x="2876489" y="2436050"/>
            <a:ext cx="15180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6" name="Google Shape;916;p72"/>
          <p:cNvCxnSpPr/>
          <p:nvPr/>
        </p:nvCxnSpPr>
        <p:spPr>
          <a:xfrm flipH="1" rot="10800000">
            <a:off x="4951937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7" name="Google Shape;917;p72"/>
          <p:cNvCxnSpPr/>
          <p:nvPr/>
        </p:nvCxnSpPr>
        <p:spPr>
          <a:xfrm flipH="1" rot="10800000">
            <a:off x="5373043" y="2496209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8" name="Google Shape;918;p72"/>
          <p:cNvCxnSpPr/>
          <p:nvPr/>
        </p:nvCxnSpPr>
        <p:spPr>
          <a:xfrm flipH="1" rot="10800000">
            <a:off x="4673706" y="2436050"/>
            <a:ext cx="11571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9" name="Google Shape;919;p72"/>
          <p:cNvCxnSpPr/>
          <p:nvPr/>
        </p:nvCxnSpPr>
        <p:spPr>
          <a:xfrm flipH="1" rot="10800000">
            <a:off x="6004700" y="2436049"/>
            <a:ext cx="8262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0" name="Google Shape;920;p72"/>
          <p:cNvCxnSpPr/>
          <p:nvPr/>
        </p:nvCxnSpPr>
        <p:spPr>
          <a:xfrm flipH="1" rot="10800000">
            <a:off x="6365648" y="251124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1" name="Google Shape;921;p72"/>
          <p:cNvCxnSpPr/>
          <p:nvPr/>
        </p:nvCxnSpPr>
        <p:spPr>
          <a:xfrm flipH="1" rot="10800000">
            <a:off x="7072503" y="2496208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3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927" name="Google Shape;927;p73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73"/>
          <p:cNvSpPr txBox="1"/>
          <p:nvPr/>
        </p:nvSpPr>
        <p:spPr>
          <a:xfrm>
            <a:off x="3332747" y="1475372"/>
            <a:ext cx="17190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</a:t>
            </a:r>
            <a:endParaRPr sz="1100"/>
          </a:p>
        </p:txBody>
      </p:sp>
      <p:cxnSp>
        <p:nvCxnSpPr>
          <p:cNvPr id="929" name="Google Shape;929;p73"/>
          <p:cNvCxnSpPr/>
          <p:nvPr/>
        </p:nvCxnSpPr>
        <p:spPr>
          <a:xfrm flipH="1" rot="10800000">
            <a:off x="3732236" y="150959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0" name="Google Shape;930;p73"/>
          <p:cNvCxnSpPr/>
          <p:nvPr/>
        </p:nvCxnSpPr>
        <p:spPr>
          <a:xfrm flipH="1" rot="10800000">
            <a:off x="3905191" y="150959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1" name="Google Shape;931;p73"/>
          <p:cNvCxnSpPr/>
          <p:nvPr/>
        </p:nvCxnSpPr>
        <p:spPr>
          <a:xfrm flipH="1" rot="10800000">
            <a:off x="4251098" y="150959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2" name="Google Shape;932;p73"/>
          <p:cNvSpPr txBox="1"/>
          <p:nvPr/>
        </p:nvSpPr>
        <p:spPr>
          <a:xfrm>
            <a:off x="2031830" y="2603325"/>
            <a:ext cx="180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 = </a:t>
            </a:r>
            <a:endParaRPr sz="1100"/>
          </a:p>
        </p:txBody>
      </p:sp>
      <p:cxnSp>
        <p:nvCxnSpPr>
          <p:cNvPr id="933" name="Google Shape;933;p73"/>
          <p:cNvCxnSpPr/>
          <p:nvPr/>
        </p:nvCxnSpPr>
        <p:spPr>
          <a:xfrm flipH="1" rot="10800000">
            <a:off x="2438841" y="263755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4" name="Google Shape;934;p73"/>
          <p:cNvCxnSpPr/>
          <p:nvPr/>
        </p:nvCxnSpPr>
        <p:spPr>
          <a:xfrm flipH="1" rot="10800000">
            <a:off x="2611796" y="263755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5" name="Google Shape;935;p73"/>
          <p:cNvCxnSpPr/>
          <p:nvPr/>
        </p:nvCxnSpPr>
        <p:spPr>
          <a:xfrm flipH="1" rot="10800000">
            <a:off x="2957702" y="263755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4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941" name="Google Shape;941;p74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74"/>
          <p:cNvSpPr txBox="1"/>
          <p:nvPr/>
        </p:nvSpPr>
        <p:spPr>
          <a:xfrm>
            <a:off x="3332747" y="1475372"/>
            <a:ext cx="171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</a:t>
            </a:r>
            <a:endParaRPr sz="1100"/>
          </a:p>
        </p:txBody>
      </p:sp>
      <p:cxnSp>
        <p:nvCxnSpPr>
          <p:cNvPr id="943" name="Google Shape;943;p74"/>
          <p:cNvCxnSpPr/>
          <p:nvPr/>
        </p:nvCxnSpPr>
        <p:spPr>
          <a:xfrm flipH="1" rot="10800000">
            <a:off x="3732236" y="150962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4" name="Google Shape;944;p74"/>
          <p:cNvCxnSpPr/>
          <p:nvPr/>
        </p:nvCxnSpPr>
        <p:spPr>
          <a:xfrm flipH="1" rot="10800000">
            <a:off x="3905191" y="150962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5" name="Google Shape;945;p74"/>
          <p:cNvCxnSpPr/>
          <p:nvPr/>
        </p:nvCxnSpPr>
        <p:spPr>
          <a:xfrm flipH="1" rot="10800000">
            <a:off x="4251098" y="150962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6" name="Google Shape;946;p74"/>
          <p:cNvSpPr txBox="1"/>
          <p:nvPr/>
        </p:nvSpPr>
        <p:spPr>
          <a:xfrm>
            <a:off x="2031824" y="2603325"/>
            <a:ext cx="324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 = B A + A C =</a:t>
            </a:r>
            <a:endParaRPr sz="1100"/>
          </a:p>
        </p:txBody>
      </p:sp>
      <p:cxnSp>
        <p:nvCxnSpPr>
          <p:cNvPr id="947" name="Google Shape;947;p74"/>
          <p:cNvCxnSpPr/>
          <p:nvPr/>
        </p:nvCxnSpPr>
        <p:spPr>
          <a:xfrm flipH="1" rot="10800000">
            <a:off x="2438841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8" name="Google Shape;948;p74"/>
          <p:cNvCxnSpPr/>
          <p:nvPr/>
        </p:nvCxnSpPr>
        <p:spPr>
          <a:xfrm flipH="1" rot="10800000">
            <a:off x="2611796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9" name="Google Shape;949;p74"/>
          <p:cNvCxnSpPr/>
          <p:nvPr/>
        </p:nvCxnSpPr>
        <p:spPr>
          <a:xfrm flipH="1" rot="10800000">
            <a:off x="2957702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0" name="Google Shape;950;p74"/>
          <p:cNvCxnSpPr/>
          <p:nvPr/>
        </p:nvCxnSpPr>
        <p:spPr>
          <a:xfrm flipH="1" rot="10800000">
            <a:off x="3814952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1" name="Google Shape;951;p74"/>
          <p:cNvCxnSpPr/>
          <p:nvPr/>
        </p:nvCxnSpPr>
        <p:spPr>
          <a:xfrm flipH="1" rot="10800000">
            <a:off x="3987907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2" name="Google Shape;952;p74"/>
          <p:cNvCxnSpPr/>
          <p:nvPr/>
        </p:nvCxnSpPr>
        <p:spPr>
          <a:xfrm flipH="1" rot="10800000">
            <a:off x="4333814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5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958" name="Google Shape;958;p75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75"/>
          <p:cNvSpPr txBox="1"/>
          <p:nvPr/>
        </p:nvSpPr>
        <p:spPr>
          <a:xfrm>
            <a:off x="3332747" y="1475372"/>
            <a:ext cx="171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</a:t>
            </a:r>
            <a:endParaRPr sz="1100"/>
          </a:p>
        </p:txBody>
      </p:sp>
      <p:cxnSp>
        <p:nvCxnSpPr>
          <p:cNvPr id="960" name="Google Shape;960;p75"/>
          <p:cNvCxnSpPr/>
          <p:nvPr/>
        </p:nvCxnSpPr>
        <p:spPr>
          <a:xfrm flipH="1" rot="10800000">
            <a:off x="3732236" y="150962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1" name="Google Shape;961;p75"/>
          <p:cNvCxnSpPr/>
          <p:nvPr/>
        </p:nvCxnSpPr>
        <p:spPr>
          <a:xfrm flipH="1" rot="10800000">
            <a:off x="3905191" y="150962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2" name="Google Shape;962;p75"/>
          <p:cNvCxnSpPr/>
          <p:nvPr/>
        </p:nvCxnSpPr>
        <p:spPr>
          <a:xfrm flipH="1" rot="10800000">
            <a:off x="4251098" y="150962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3" name="Google Shape;963;p75"/>
          <p:cNvSpPr txBox="1"/>
          <p:nvPr/>
        </p:nvSpPr>
        <p:spPr>
          <a:xfrm>
            <a:off x="2031825" y="2603325"/>
            <a:ext cx="4107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 = B A + A C = A B + A C =</a:t>
            </a:r>
            <a:endParaRPr sz="1100"/>
          </a:p>
        </p:txBody>
      </p:sp>
      <p:cxnSp>
        <p:nvCxnSpPr>
          <p:cNvPr id="964" name="Google Shape;964;p75"/>
          <p:cNvCxnSpPr/>
          <p:nvPr/>
        </p:nvCxnSpPr>
        <p:spPr>
          <a:xfrm flipH="1" rot="10800000">
            <a:off x="2438841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5" name="Google Shape;965;p75"/>
          <p:cNvCxnSpPr/>
          <p:nvPr/>
        </p:nvCxnSpPr>
        <p:spPr>
          <a:xfrm flipH="1" rot="10800000">
            <a:off x="2611796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6" name="Google Shape;966;p75"/>
          <p:cNvCxnSpPr/>
          <p:nvPr/>
        </p:nvCxnSpPr>
        <p:spPr>
          <a:xfrm flipH="1" rot="10800000">
            <a:off x="2957702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7" name="Google Shape;967;p75"/>
          <p:cNvCxnSpPr/>
          <p:nvPr/>
        </p:nvCxnSpPr>
        <p:spPr>
          <a:xfrm flipH="1" rot="10800000">
            <a:off x="3814952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8" name="Google Shape;968;p75"/>
          <p:cNvCxnSpPr/>
          <p:nvPr/>
        </p:nvCxnSpPr>
        <p:spPr>
          <a:xfrm flipH="1" rot="10800000">
            <a:off x="3987907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9" name="Google Shape;969;p75"/>
          <p:cNvCxnSpPr/>
          <p:nvPr/>
        </p:nvCxnSpPr>
        <p:spPr>
          <a:xfrm flipH="1" rot="10800000">
            <a:off x="4333814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0" name="Google Shape;970;p75"/>
          <p:cNvCxnSpPr/>
          <p:nvPr/>
        </p:nvCxnSpPr>
        <p:spPr>
          <a:xfrm flipH="1" rot="10800000">
            <a:off x="4867715" y="262254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1" name="Google Shape;971;p75"/>
          <p:cNvCxnSpPr/>
          <p:nvPr/>
        </p:nvCxnSpPr>
        <p:spPr>
          <a:xfrm flipH="1" rot="10800000">
            <a:off x="5040670" y="262254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2" name="Google Shape;972;p75"/>
          <p:cNvCxnSpPr/>
          <p:nvPr/>
        </p:nvCxnSpPr>
        <p:spPr>
          <a:xfrm flipH="1" rot="10800000">
            <a:off x="5386577" y="262254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76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978" name="Google Shape;978;p76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76"/>
          <p:cNvSpPr txBox="1"/>
          <p:nvPr/>
        </p:nvSpPr>
        <p:spPr>
          <a:xfrm>
            <a:off x="3332747" y="1475372"/>
            <a:ext cx="171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</a:t>
            </a:r>
            <a:endParaRPr sz="1100"/>
          </a:p>
        </p:txBody>
      </p:sp>
      <p:cxnSp>
        <p:nvCxnSpPr>
          <p:cNvPr id="980" name="Google Shape;980;p76"/>
          <p:cNvCxnSpPr/>
          <p:nvPr/>
        </p:nvCxnSpPr>
        <p:spPr>
          <a:xfrm flipH="1" rot="10800000">
            <a:off x="3732236" y="150962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1" name="Google Shape;981;p76"/>
          <p:cNvCxnSpPr/>
          <p:nvPr/>
        </p:nvCxnSpPr>
        <p:spPr>
          <a:xfrm flipH="1" rot="10800000">
            <a:off x="3905191" y="150962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2" name="Google Shape;982;p76"/>
          <p:cNvCxnSpPr/>
          <p:nvPr/>
        </p:nvCxnSpPr>
        <p:spPr>
          <a:xfrm flipH="1" rot="10800000">
            <a:off x="4251098" y="150962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3" name="Google Shape;983;p76"/>
          <p:cNvSpPr txBox="1"/>
          <p:nvPr/>
        </p:nvSpPr>
        <p:spPr>
          <a:xfrm>
            <a:off x="2031832" y="2603332"/>
            <a:ext cx="489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 = B A + A C = A B + A C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(B+C)</a:t>
            </a:r>
            <a:endParaRPr sz="1100"/>
          </a:p>
        </p:txBody>
      </p:sp>
      <p:cxnSp>
        <p:nvCxnSpPr>
          <p:cNvPr id="984" name="Google Shape;984;p76"/>
          <p:cNvCxnSpPr/>
          <p:nvPr/>
        </p:nvCxnSpPr>
        <p:spPr>
          <a:xfrm flipH="1" rot="10800000">
            <a:off x="2438841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5" name="Google Shape;985;p76"/>
          <p:cNvCxnSpPr/>
          <p:nvPr/>
        </p:nvCxnSpPr>
        <p:spPr>
          <a:xfrm flipH="1" rot="10800000">
            <a:off x="2611796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6" name="Google Shape;986;p76"/>
          <p:cNvCxnSpPr/>
          <p:nvPr/>
        </p:nvCxnSpPr>
        <p:spPr>
          <a:xfrm flipH="1" rot="10800000">
            <a:off x="2957702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7" name="Google Shape;987;p76"/>
          <p:cNvCxnSpPr/>
          <p:nvPr/>
        </p:nvCxnSpPr>
        <p:spPr>
          <a:xfrm flipH="1" rot="10800000">
            <a:off x="3814952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8" name="Google Shape;988;p76"/>
          <p:cNvCxnSpPr/>
          <p:nvPr/>
        </p:nvCxnSpPr>
        <p:spPr>
          <a:xfrm flipH="1" rot="10800000">
            <a:off x="3987907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9" name="Google Shape;989;p76"/>
          <p:cNvCxnSpPr/>
          <p:nvPr/>
        </p:nvCxnSpPr>
        <p:spPr>
          <a:xfrm flipH="1" rot="10800000">
            <a:off x="4333814" y="263758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0" name="Google Shape;990;p76"/>
          <p:cNvCxnSpPr/>
          <p:nvPr/>
        </p:nvCxnSpPr>
        <p:spPr>
          <a:xfrm flipH="1" rot="10800000">
            <a:off x="4867715" y="262254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1" name="Google Shape;991;p76"/>
          <p:cNvCxnSpPr/>
          <p:nvPr/>
        </p:nvCxnSpPr>
        <p:spPr>
          <a:xfrm flipH="1" rot="10800000">
            <a:off x="5040670" y="262254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2" name="Google Shape;992;p76"/>
          <p:cNvCxnSpPr/>
          <p:nvPr/>
        </p:nvCxnSpPr>
        <p:spPr>
          <a:xfrm flipH="1" rot="10800000">
            <a:off x="5386577" y="262254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3" name="Google Shape;993;p76"/>
          <p:cNvCxnSpPr/>
          <p:nvPr/>
        </p:nvCxnSpPr>
        <p:spPr>
          <a:xfrm flipH="1" rot="10800000">
            <a:off x="5905439" y="263006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4" name="Google Shape;994;p76"/>
          <p:cNvCxnSpPr/>
          <p:nvPr/>
        </p:nvCxnSpPr>
        <p:spPr>
          <a:xfrm flipH="1" rot="10800000">
            <a:off x="6146072" y="2622540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7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000" name="Google Shape;1000;p77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77"/>
          <p:cNvSpPr txBox="1"/>
          <p:nvPr/>
        </p:nvSpPr>
        <p:spPr>
          <a:xfrm>
            <a:off x="3580898" y="1347536"/>
            <a:ext cx="120767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</a:t>
            </a:r>
            <a:endParaRPr sz="1100"/>
          </a:p>
        </p:txBody>
      </p:sp>
      <p:cxnSp>
        <p:nvCxnSpPr>
          <p:cNvPr id="1002" name="Google Shape;1002;p77"/>
          <p:cNvCxnSpPr/>
          <p:nvPr/>
        </p:nvCxnSpPr>
        <p:spPr>
          <a:xfrm flipH="1" rot="10800000">
            <a:off x="3972867" y="134416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3" name="Google Shape;1003;p77"/>
          <p:cNvCxnSpPr/>
          <p:nvPr/>
        </p:nvCxnSpPr>
        <p:spPr>
          <a:xfrm flipH="1" rot="10800000">
            <a:off x="4243577" y="134416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4" name="Google Shape;1004;p77"/>
          <p:cNvSpPr txBox="1"/>
          <p:nvPr/>
        </p:nvSpPr>
        <p:spPr>
          <a:xfrm>
            <a:off x="1752098" y="1977691"/>
            <a:ext cx="53540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vogliono utilizzare le porte NOR. Risulta conveniente eliminare gli AND.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8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010" name="Google Shape;1010;p78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78"/>
          <p:cNvSpPr txBox="1"/>
          <p:nvPr/>
        </p:nvSpPr>
        <p:spPr>
          <a:xfrm>
            <a:off x="3580898" y="1347536"/>
            <a:ext cx="1207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</a:t>
            </a:r>
            <a:endParaRPr sz="1100"/>
          </a:p>
        </p:txBody>
      </p:sp>
      <p:cxnSp>
        <p:nvCxnSpPr>
          <p:cNvPr id="1012" name="Google Shape;1012;p78"/>
          <p:cNvCxnSpPr/>
          <p:nvPr/>
        </p:nvCxnSpPr>
        <p:spPr>
          <a:xfrm flipH="1" rot="10800000">
            <a:off x="3972867" y="134418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3" name="Google Shape;1013;p78"/>
          <p:cNvCxnSpPr/>
          <p:nvPr/>
        </p:nvCxnSpPr>
        <p:spPr>
          <a:xfrm flipH="1" rot="10800000">
            <a:off x="4243577" y="134418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4" name="Google Shape;1014;p78"/>
          <p:cNvSpPr txBox="1"/>
          <p:nvPr/>
        </p:nvSpPr>
        <p:spPr>
          <a:xfrm>
            <a:off x="1752098" y="1977691"/>
            <a:ext cx="5354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vogliono utilizzare le porte NOR. Risulta conveniente eliminare gli AND.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78"/>
          <p:cNvSpPr txBox="1"/>
          <p:nvPr/>
        </p:nvSpPr>
        <p:spPr>
          <a:xfrm>
            <a:off x="3114675" y="2793983"/>
            <a:ext cx="235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 = A + B + C</a:t>
            </a:r>
            <a:endParaRPr sz="1100"/>
          </a:p>
        </p:txBody>
      </p:sp>
      <p:cxnSp>
        <p:nvCxnSpPr>
          <p:cNvPr id="1016" name="Google Shape;1016;p78"/>
          <p:cNvCxnSpPr/>
          <p:nvPr/>
        </p:nvCxnSpPr>
        <p:spPr>
          <a:xfrm flipH="1" rot="10800000">
            <a:off x="3506645" y="2788096"/>
            <a:ext cx="104400" cy="15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7" name="Google Shape;1017;p78"/>
          <p:cNvCxnSpPr/>
          <p:nvPr/>
        </p:nvCxnSpPr>
        <p:spPr>
          <a:xfrm flipH="1" rot="10800000">
            <a:off x="3777355" y="2788096"/>
            <a:ext cx="104400" cy="15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8" name="Google Shape;1018;p78"/>
          <p:cNvCxnSpPr/>
          <p:nvPr/>
        </p:nvCxnSpPr>
        <p:spPr>
          <a:xfrm flipH="1" rot="10800000">
            <a:off x="4769960" y="2818053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9" name="Google Shape;1019;p78"/>
          <p:cNvCxnSpPr/>
          <p:nvPr/>
        </p:nvCxnSpPr>
        <p:spPr>
          <a:xfrm flipH="1" rot="10800000">
            <a:off x="4769959" y="2765414"/>
            <a:ext cx="420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0" name="Google Shape;1020;p78"/>
          <p:cNvCxnSpPr/>
          <p:nvPr/>
        </p:nvCxnSpPr>
        <p:spPr>
          <a:xfrm flipH="1" rot="10800000">
            <a:off x="4401491" y="2712776"/>
            <a:ext cx="7887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9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026" name="Google Shape;1026;p79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79"/>
          <p:cNvSpPr txBox="1"/>
          <p:nvPr/>
        </p:nvSpPr>
        <p:spPr>
          <a:xfrm>
            <a:off x="3347786" y="1302416"/>
            <a:ext cx="235067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+ B + C</a:t>
            </a:r>
            <a:endParaRPr sz="1100"/>
          </a:p>
        </p:txBody>
      </p:sp>
      <p:cxnSp>
        <p:nvCxnSpPr>
          <p:cNvPr id="1028" name="Google Shape;1028;p79"/>
          <p:cNvCxnSpPr/>
          <p:nvPr/>
        </p:nvCxnSpPr>
        <p:spPr>
          <a:xfrm flipH="1" rot="10800000">
            <a:off x="4093184" y="132160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9" name="Google Shape;1029;p79"/>
          <p:cNvCxnSpPr/>
          <p:nvPr/>
        </p:nvCxnSpPr>
        <p:spPr>
          <a:xfrm flipH="1" rot="10800000">
            <a:off x="4093183" y="1284005"/>
            <a:ext cx="420184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0" name="Google Shape;1030;p79"/>
          <p:cNvCxnSpPr/>
          <p:nvPr/>
        </p:nvCxnSpPr>
        <p:spPr>
          <a:xfrm flipH="1" rot="10800000">
            <a:off x="3732235" y="1223846"/>
            <a:ext cx="788650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magine che contiene diagramma, schizzo, Line art, design&#10;&#10;Descrizione generata automaticamente" id="1031" name="Google Shape;103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8987" y="1957466"/>
            <a:ext cx="6106026" cy="22437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2" name="Google Shape;1032;p79"/>
          <p:cNvCxnSpPr/>
          <p:nvPr/>
        </p:nvCxnSpPr>
        <p:spPr>
          <a:xfrm rot="10800000">
            <a:off x="5666874" y="3659104"/>
            <a:ext cx="6016" cy="33688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3" name="Google Shape;1033;p79"/>
          <p:cNvCxnSpPr/>
          <p:nvPr/>
        </p:nvCxnSpPr>
        <p:spPr>
          <a:xfrm rot="10800000">
            <a:off x="1756610" y="2290511"/>
            <a:ext cx="6016" cy="42712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4" name="Google Shape;1034;p79"/>
          <p:cNvCxnSpPr/>
          <p:nvPr/>
        </p:nvCxnSpPr>
        <p:spPr>
          <a:xfrm flipH="1" rot="10800000">
            <a:off x="1416719" y="3456070"/>
            <a:ext cx="2513096" cy="210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5" name="Google Shape;1035;p79"/>
          <p:cNvCxnSpPr/>
          <p:nvPr/>
        </p:nvCxnSpPr>
        <p:spPr>
          <a:xfrm flipH="1">
            <a:off x="1350544" y="2514598"/>
            <a:ext cx="419601" cy="150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6" name="Google Shape;1036;p79"/>
          <p:cNvCxnSpPr/>
          <p:nvPr/>
        </p:nvCxnSpPr>
        <p:spPr>
          <a:xfrm flipH="1" rot="10800000">
            <a:off x="1334001" y="3989971"/>
            <a:ext cx="4362950" cy="1353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7" name="Google Shape;1037;p79"/>
          <p:cNvSpPr/>
          <p:nvPr/>
        </p:nvSpPr>
        <p:spPr>
          <a:xfrm>
            <a:off x="1706980" y="2473994"/>
            <a:ext cx="97756" cy="90236"/>
          </a:xfrm>
          <a:prstGeom prst="flowChartConnector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79"/>
          <p:cNvSpPr txBox="1"/>
          <p:nvPr/>
        </p:nvSpPr>
        <p:spPr>
          <a:xfrm>
            <a:off x="1031708" y="3821531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79"/>
          <p:cNvSpPr txBox="1"/>
          <p:nvPr/>
        </p:nvSpPr>
        <p:spPr>
          <a:xfrm>
            <a:off x="1054268" y="3310188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79"/>
          <p:cNvSpPr txBox="1"/>
          <p:nvPr/>
        </p:nvSpPr>
        <p:spPr>
          <a:xfrm>
            <a:off x="1001629" y="2347661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79"/>
          <p:cNvSpPr txBox="1"/>
          <p:nvPr/>
        </p:nvSpPr>
        <p:spPr>
          <a:xfrm>
            <a:off x="7438524" y="3287629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0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047" name="Google Shape;1047;p80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80"/>
          <p:cNvSpPr txBox="1"/>
          <p:nvPr/>
        </p:nvSpPr>
        <p:spPr>
          <a:xfrm>
            <a:off x="3580898" y="1347536"/>
            <a:ext cx="120767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</a:t>
            </a:r>
            <a:endParaRPr sz="1100"/>
          </a:p>
        </p:txBody>
      </p:sp>
      <p:cxnSp>
        <p:nvCxnSpPr>
          <p:cNvPr id="1049" name="Google Shape;1049;p80"/>
          <p:cNvCxnSpPr/>
          <p:nvPr/>
        </p:nvCxnSpPr>
        <p:spPr>
          <a:xfrm flipH="1" rot="10800000">
            <a:off x="3972867" y="134416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0" name="Google Shape;1050;p80"/>
          <p:cNvCxnSpPr/>
          <p:nvPr/>
        </p:nvCxnSpPr>
        <p:spPr>
          <a:xfrm flipH="1" rot="10800000">
            <a:off x="4243577" y="134416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1" name="Google Shape;1051;p80"/>
          <p:cNvSpPr txBox="1"/>
          <p:nvPr/>
        </p:nvSpPr>
        <p:spPr>
          <a:xfrm>
            <a:off x="1752098" y="1977691"/>
            <a:ext cx="53540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vogliono utilizzare le porte NAND. Risulta conveniente eliminare gli 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1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057" name="Google Shape;1057;p81"/>
          <p:cNvSpPr txBox="1"/>
          <p:nvPr/>
        </p:nvSpPr>
        <p:spPr>
          <a:xfrm>
            <a:off x="120316" y="917408"/>
            <a:ext cx="892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81"/>
          <p:cNvSpPr txBox="1"/>
          <p:nvPr/>
        </p:nvSpPr>
        <p:spPr>
          <a:xfrm>
            <a:off x="3580898" y="1347536"/>
            <a:ext cx="1207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</a:t>
            </a:r>
            <a:endParaRPr sz="1100"/>
          </a:p>
        </p:txBody>
      </p:sp>
      <p:cxnSp>
        <p:nvCxnSpPr>
          <p:cNvPr id="1059" name="Google Shape;1059;p81"/>
          <p:cNvCxnSpPr/>
          <p:nvPr/>
        </p:nvCxnSpPr>
        <p:spPr>
          <a:xfrm flipH="1" rot="10800000">
            <a:off x="3972867" y="134418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0" name="Google Shape;1060;p81"/>
          <p:cNvCxnSpPr/>
          <p:nvPr/>
        </p:nvCxnSpPr>
        <p:spPr>
          <a:xfrm flipH="1" rot="10800000">
            <a:off x="4243577" y="1344185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1" name="Google Shape;1061;p81"/>
          <p:cNvSpPr txBox="1"/>
          <p:nvPr/>
        </p:nvSpPr>
        <p:spPr>
          <a:xfrm>
            <a:off x="1752098" y="1977691"/>
            <a:ext cx="5354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vogliono utilizzare le porte NAND. Risulta conveniente eliminare gli 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81"/>
          <p:cNvSpPr txBox="1"/>
          <p:nvPr/>
        </p:nvSpPr>
        <p:spPr>
          <a:xfrm>
            <a:off x="3092115" y="2535653"/>
            <a:ext cx="235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 =   A  B   C</a:t>
            </a:r>
            <a:endParaRPr sz="1100"/>
          </a:p>
        </p:txBody>
      </p:sp>
      <p:cxnSp>
        <p:nvCxnSpPr>
          <p:cNvPr id="1063" name="Google Shape;1063;p81"/>
          <p:cNvCxnSpPr/>
          <p:nvPr/>
        </p:nvCxnSpPr>
        <p:spPr>
          <a:xfrm flipH="1" rot="10800000">
            <a:off x="3484085" y="2532303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4" name="Google Shape;1064;p81"/>
          <p:cNvCxnSpPr/>
          <p:nvPr/>
        </p:nvCxnSpPr>
        <p:spPr>
          <a:xfrm flipH="1" rot="10800000">
            <a:off x="3754794" y="2532303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5" name="Google Shape;1065;p81"/>
          <p:cNvCxnSpPr/>
          <p:nvPr/>
        </p:nvCxnSpPr>
        <p:spPr>
          <a:xfrm flipH="1" rot="10800000">
            <a:off x="4491729" y="2554627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6" name="Google Shape;1066;p81"/>
          <p:cNvCxnSpPr/>
          <p:nvPr/>
        </p:nvCxnSpPr>
        <p:spPr>
          <a:xfrm flipH="1" rot="10800000">
            <a:off x="4724996" y="2494311"/>
            <a:ext cx="4203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7" name="Google Shape;1067;p81"/>
          <p:cNvCxnSpPr/>
          <p:nvPr/>
        </p:nvCxnSpPr>
        <p:spPr>
          <a:xfrm flipH="1" rot="10800000">
            <a:off x="4995551" y="2554627"/>
            <a:ext cx="104400" cy="9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2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073" name="Google Shape;1073;p82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82"/>
          <p:cNvSpPr txBox="1"/>
          <p:nvPr/>
        </p:nvSpPr>
        <p:spPr>
          <a:xfrm>
            <a:off x="3580898" y="1422732"/>
            <a:ext cx="1267829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  B   C</a:t>
            </a:r>
            <a:endParaRPr sz="1100"/>
          </a:p>
        </p:txBody>
      </p:sp>
      <p:cxnSp>
        <p:nvCxnSpPr>
          <p:cNvPr id="1075" name="Google Shape;1075;p82"/>
          <p:cNvCxnSpPr/>
          <p:nvPr/>
        </p:nvCxnSpPr>
        <p:spPr>
          <a:xfrm flipH="1" rot="10800000">
            <a:off x="3980387" y="1419362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6" name="Google Shape;1076;p82"/>
          <p:cNvCxnSpPr/>
          <p:nvPr/>
        </p:nvCxnSpPr>
        <p:spPr>
          <a:xfrm flipH="1" rot="10800000">
            <a:off x="4228538" y="1344162"/>
            <a:ext cx="420184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7" name="Google Shape;1077;p82"/>
          <p:cNvCxnSpPr/>
          <p:nvPr/>
        </p:nvCxnSpPr>
        <p:spPr>
          <a:xfrm flipH="1" rot="10800000">
            <a:off x="4484210" y="1419362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magine che contiene diagramma, schizzo, design&#10;&#10;Descrizione generata automaticamente" id="1078" name="Google Shape;1078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3756" y="2177705"/>
            <a:ext cx="5466848" cy="2216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9" name="Google Shape;1079;p82"/>
          <p:cNvCxnSpPr/>
          <p:nvPr/>
        </p:nvCxnSpPr>
        <p:spPr>
          <a:xfrm flipH="1" rot="10800000">
            <a:off x="6763252" y="3350795"/>
            <a:ext cx="1504" cy="2316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0" name="Google Shape;1080;p82"/>
          <p:cNvCxnSpPr/>
          <p:nvPr/>
        </p:nvCxnSpPr>
        <p:spPr>
          <a:xfrm flipH="1" rot="10800000">
            <a:off x="2672515" y="2425867"/>
            <a:ext cx="1504" cy="26168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1" name="Google Shape;1081;p82"/>
          <p:cNvCxnSpPr/>
          <p:nvPr/>
        </p:nvCxnSpPr>
        <p:spPr>
          <a:xfrm flipH="1" rot="10800000">
            <a:off x="3183857" y="3824537"/>
            <a:ext cx="1504" cy="26168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2" name="Google Shape;1082;p82"/>
          <p:cNvCxnSpPr/>
          <p:nvPr/>
        </p:nvCxnSpPr>
        <p:spPr>
          <a:xfrm flipH="1">
            <a:off x="2185235" y="2552196"/>
            <a:ext cx="457200" cy="150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3" name="Google Shape;1083;p82"/>
          <p:cNvCxnSpPr/>
          <p:nvPr/>
        </p:nvCxnSpPr>
        <p:spPr>
          <a:xfrm>
            <a:off x="2183731" y="3153776"/>
            <a:ext cx="2024313" cy="902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4" name="Google Shape;1084;p82"/>
          <p:cNvCxnSpPr/>
          <p:nvPr/>
        </p:nvCxnSpPr>
        <p:spPr>
          <a:xfrm flipH="1" rot="10800000">
            <a:off x="2221331" y="3944853"/>
            <a:ext cx="964030" cy="601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5" name="Google Shape;1085;p82"/>
          <p:cNvSpPr/>
          <p:nvPr/>
        </p:nvSpPr>
        <p:spPr>
          <a:xfrm>
            <a:off x="3135730" y="3902744"/>
            <a:ext cx="97756" cy="90236"/>
          </a:xfrm>
          <a:prstGeom prst="flowChartConnector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82"/>
          <p:cNvSpPr/>
          <p:nvPr/>
        </p:nvSpPr>
        <p:spPr>
          <a:xfrm>
            <a:off x="6730164" y="3421481"/>
            <a:ext cx="97757" cy="90236"/>
          </a:xfrm>
          <a:prstGeom prst="flowChartConnector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82"/>
          <p:cNvSpPr/>
          <p:nvPr/>
        </p:nvSpPr>
        <p:spPr>
          <a:xfrm>
            <a:off x="2624388" y="2511593"/>
            <a:ext cx="97756" cy="90236"/>
          </a:xfrm>
          <a:prstGeom prst="flowChartConnector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82"/>
          <p:cNvSpPr txBox="1"/>
          <p:nvPr/>
        </p:nvSpPr>
        <p:spPr>
          <a:xfrm>
            <a:off x="1919038" y="2986839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82"/>
          <p:cNvSpPr txBox="1"/>
          <p:nvPr/>
        </p:nvSpPr>
        <p:spPr>
          <a:xfrm>
            <a:off x="1994235" y="3768893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82"/>
          <p:cNvSpPr txBox="1"/>
          <p:nvPr/>
        </p:nvSpPr>
        <p:spPr>
          <a:xfrm>
            <a:off x="1919037" y="2385260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82"/>
          <p:cNvSpPr txBox="1"/>
          <p:nvPr/>
        </p:nvSpPr>
        <p:spPr>
          <a:xfrm>
            <a:off x="7679156" y="3295149"/>
            <a:ext cx="5684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83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Multiplexer (MUX) – Struttura</a:t>
            </a:r>
            <a:endParaRPr/>
          </a:p>
        </p:txBody>
      </p:sp>
      <p:sp>
        <p:nvSpPr>
          <p:cNvPr id="1097" name="Google Shape;1097;p83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Selettore di dati controllato da segnali di selezione</a:t>
            </a:r>
            <a:endParaRPr/>
          </a:p>
        </p:txBody>
      </p:sp>
      <p:sp>
        <p:nvSpPr>
          <p:cNvPr id="1098" name="Google Shape;1098;p83"/>
          <p:cNvSpPr/>
          <p:nvPr/>
        </p:nvSpPr>
        <p:spPr>
          <a:xfrm>
            <a:off x="548640" y="1645920"/>
            <a:ext cx="80466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Cos'è un MUX?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 Multiplexer è un circuito combinatorio che seleziona uno tra N ingressi e lo instrada sull'uscita.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 MUX 2</a:t>
            </a:r>
            <a:r>
              <a:rPr b="0" baseline="3000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:1 ha n bit di selezione e 2</a:t>
            </a:r>
            <a:r>
              <a:rPr b="0" baseline="3000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ingressi dati.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Tipi comuni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MUX 2:1   1 bit di selezione   2 ingressi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MUX 4:1   2 bit di selezione   4 ingressi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MUX 8:1   3 bit di selezione   8 ingressi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Uso come generatore di funzioni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 MUX 2</a:t>
            </a:r>
            <a:r>
              <a:rPr b="0" baseline="3000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:1 può realizzare qualsiasi funzione booleana a n variabili collegando 0 o 1 agli ingressi.</a:t>
            </a:r>
            <a:endParaRPr/>
          </a:p>
        </p:txBody>
      </p:sp>
      <p:sp>
        <p:nvSpPr>
          <p:cNvPr id="1099" name="Google Shape;1099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84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05" name="Google Shape;1105;p84"/>
          <p:cNvSpPr txBox="1"/>
          <p:nvPr/>
        </p:nvSpPr>
        <p:spPr>
          <a:xfrm>
            <a:off x="120316" y="917408"/>
            <a:ext cx="8925900" cy="29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Realizzare il circuito digitale corrispondente all'espressione logica </a:t>
            </a:r>
            <a:r>
              <a:rPr b="1" lang="it" sz="1600">
                <a:solidFill>
                  <a:schemeClr val="dk1"/>
                </a:solidFill>
              </a:rPr>
              <a:t>F</a:t>
            </a:r>
            <a:r>
              <a:rPr lang="it" sz="1600">
                <a:solidFill>
                  <a:schemeClr val="dk1"/>
                </a:solidFill>
              </a:rPr>
              <a:t>, utilizzando il circuito multiplexer: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1"/>
                </a:solidFill>
              </a:rPr>
              <a:t>Svolgimento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500"/>
              </a:spcAft>
              <a:buSzPts val="1100"/>
              <a:buNone/>
            </a:pPr>
            <a:r>
              <a:rPr lang="it" sz="1600">
                <a:solidFill>
                  <a:schemeClr val="dk1"/>
                </a:solidFill>
              </a:rPr>
              <a:t>Al fine di ridurre i calcoli, e conseguentemente gli errori, occorre prima di tutto trovare una forma minima dell'espressione logica </a:t>
            </a:r>
            <a:r>
              <a:rPr b="1" lang="it" sz="1600">
                <a:solidFill>
                  <a:schemeClr val="dk1"/>
                </a:solidFill>
              </a:rPr>
              <a:t>F</a:t>
            </a:r>
            <a:r>
              <a:rPr lang="it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06" name="Google Shape;1106;p84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236.00787401574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50" y="1712250"/>
            <a:ext cx="4048024" cy="3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5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12" name="Google Shape;1112;p85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13" name="Google Shape;1113;p85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6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19" name="Google Shape;1119;p86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20" name="Google Shape;1120;p86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6" title="{&quot;red&quot;:0,&quot;green&quot;:0,&quot;blue&quot;:0,&quot;origURL&quot;:&quot;https://www.codecogs.com/eqnedit.php?latex=F%20%3D%20B%20%5Ccdot%20%5Coverline%7BA%20%5Ccdot%20%5Coverline%7BB%7D%7D%20%2B%20%5Coverline%7BA%7D%20%5Ccdot%20C%20%5Ccdot%20(%5Coverline%7BB%7D%20%2B%201)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6" y="1538574"/>
            <a:ext cx="6104925" cy="2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87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27" name="Google Shape;1127;p87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28" name="Google Shape;1128;p87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87" title="{&quot;red&quot;:0,&quot;green&quot;:0,&quot;blue&quot;:0,&quot;origURL&quot;:&quot;https://www.codecogs.com/eqnedit.php?latex=F%20%3D%20B%20%5Ccdot%20%5Coverline%7BA%20%5Ccdot%20%5Coverline%7BB%7D%7D%20%2B%20%5Coverline%7BA%7D%20%5Ccdot%20C%20%5Ccdot%20(%5Coverline%7BB%7D%20%2B%201)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6" y="1538574"/>
            <a:ext cx="61049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87" title="{&quot;red&quot;:0,&quot;green&quot;:0,&quot;blue&quot;:0,&quot;origURL&quot;:&quot;https://www.codecogs.com/eqnedit.php?latex=F%20%3D%20B%20%5Ccdot%20%5Coverline%7BA%20%5Ccdot%20%5Coverline%7BB%7D%7D%20%2B%20%5Coverline%7BA%7D%20%5Ccdot%20C%20%5Ccdot%201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945" y="1864584"/>
            <a:ext cx="4985771" cy="2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8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36" name="Google Shape;1136;p88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37" name="Google Shape;1137;p88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8" title="{&quot;red&quot;:0,&quot;green&quot;:0,&quot;blue&quot;:0,&quot;origURL&quot;:&quot;https://www.codecogs.com/eqnedit.php?latex=F%20%3D%20B%20%5Ccdot%20%5Coverline%7BA%20%5Ccdot%20%5Coverline%7BB%7D%7D%20%2B%20%5Coverline%7BA%7D%20%5Ccdot%20C%20%5Ccdot%20(%5Coverline%7BB%7D%20%2B%201)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6" y="1538574"/>
            <a:ext cx="61049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88" title="{&quot;red&quot;:0,&quot;green&quot;:0,&quot;blue&quot;:0,&quot;origURL&quot;:&quot;https://www.codecogs.com/eqnedit.php?latex=F%20%3D%20B%20%5Ccdot%20%5Coverline%7BA%20%5Ccdot%20%5Coverline%7BB%7D%7D%20%2B%20%5Coverline%7BA%7D%20%5Ccdot%20C%20%5Ccdot%201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945" y="1864584"/>
            <a:ext cx="4985771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88" title="{&quot;red&quot;:0,&quot;green&quot;:0,&quot;blue&quot;:0,&quot;origURL&quot;:&quot;https://www.codecogs.com/eqnedit.php?latex=F%20%3D%20B%20%5Ccdot%20%5Coverline%7BA%20%5Ccdot%20%5Coverline%7BB%7D%7D%20%2B%20%5Coverline%7BA%7D%20%5Ccdot%20C%20%5Cquad%20%5Ctext%7Belemento%20neutro%20AND%20%7D%20(p_5)#0&quot;,&quot;size&quot;:16,&quot;width&quot;:702.8267716535433,&quot;height&quot;:420.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21" y="2190583"/>
            <a:ext cx="4461625" cy="2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9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46" name="Google Shape;1146;p89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47" name="Google Shape;1147;p89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89" title="{&quot;red&quot;:0,&quot;green&quot;:0,&quot;blue&quot;:0,&quot;origURL&quot;:&quot;https://www.codecogs.com/eqnedit.php?latex=F%20%3D%20B%20%5Ccdot%20%5Coverline%7BA%20%5Ccdot%20%5Coverline%7BB%7D%7D%20%2B%20%5Coverline%7BA%7D%20%5Ccdot%20C%20%5Ccdot%20(%5Coverline%7BB%7D%20%2B%201)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6" y="1538574"/>
            <a:ext cx="61049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89" title="{&quot;red&quot;:0,&quot;green&quot;:0,&quot;blue&quot;:0,&quot;origURL&quot;:&quot;https://www.codecogs.com/eqnedit.php?latex=F%20%3D%20B%20%5Ccdot%20%5Coverline%7BA%20%5Ccdot%20%5Coverline%7BB%7D%7D%20%2B%20%5Coverline%7BA%7D%20%5Ccdot%20C%20%5Ccdot%201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945" y="1864584"/>
            <a:ext cx="4985771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89" title="{&quot;red&quot;:0,&quot;green&quot;:0,&quot;blue&quot;:0,&quot;origURL&quot;:&quot;https://www.codecogs.com/eqnedit.php?latex=F%20%3D%20B%20%5Ccdot%20%5Coverline%7BA%20%5Ccdot%20%5Coverline%7BB%7D%7D%20%2B%20%5Coverline%7BA%7D%20%5Ccdot%20C%20%5Cquad%20%5Ctext%7Belemento%20neutro%20AND%20%7D%20(p_5)#0&quot;,&quot;size&quot;:16,&quot;width&quot;:702.8267716535433,&quot;height&quot;:420.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21" y="2190583"/>
            <a:ext cx="44616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89" title="{&quot;red&quot;:0,&quot;green&quot;:0,&quot;blue&quot;:0,&quot;origURL&quot;:&quot;https://www.codecogs.com/eqnedit.php?latex=F%20%3D%20B%20%5Ccdot%20(%5Coverline%7BA%7D%20%2B%20B)%20%2B%20%5Coverline%7BA%7D%20%5Ccdot%20C%20%5Cquad%20%5Ctext%7Bteorema%20di%20De%20Morgan%20%7D%20(p_%7B19%7D)#0&quot;,&quot;size&quot;:16,&quot;width&quot;:702.8267716535433,&quot;height&quot;:420.448818897637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926" y="2516575"/>
            <a:ext cx="4911939" cy="2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90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57" name="Google Shape;1157;p90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58" name="Google Shape;1158;p90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90" title="{&quot;red&quot;:0,&quot;green&quot;:0,&quot;blue&quot;:0,&quot;origURL&quot;:&quot;https://www.codecogs.com/eqnedit.php?latex=F%20%3D%20B%20%5Ccdot%20%5Coverline%7BA%20%5Ccdot%20%5Coverline%7BB%7D%7D%20%2B%20%5Coverline%7BA%7D%20%5Ccdot%20C%20%5Ccdot%20(%5Coverline%7BB%7D%20%2B%201)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6" y="1538574"/>
            <a:ext cx="61049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p90" title="{&quot;red&quot;:0,&quot;green&quot;:0,&quot;blue&quot;:0,&quot;origURL&quot;:&quot;https://www.codecogs.com/eqnedit.php?latex=F%20%3D%20B%20%5Ccdot%20%5Coverline%7BA%20%5Ccdot%20%5Coverline%7BB%7D%7D%20%2B%20%5Coverline%7BA%7D%20%5Ccdot%20C%20%5Ccdot%201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945" y="1864584"/>
            <a:ext cx="4985771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p90" title="{&quot;red&quot;:0,&quot;green&quot;:0,&quot;blue&quot;:0,&quot;origURL&quot;:&quot;https://www.codecogs.com/eqnedit.php?latex=F%20%3D%20B%20%5Ccdot%20%5Coverline%7BA%20%5Ccdot%20%5Coverline%7BB%7D%7D%20%2B%20%5Coverline%7BA%7D%20%5Ccdot%20C%20%5Cquad%20%5Ctext%7Belemento%20neutro%20AND%20%7D%20(p_5)#0&quot;,&quot;size&quot;:16,&quot;width&quot;:702.8267716535433,&quot;height&quot;:420.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21" y="2190583"/>
            <a:ext cx="44616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90" title="{&quot;red&quot;:0,&quot;green&quot;:0,&quot;blue&quot;:0,&quot;origURL&quot;:&quot;https://www.codecogs.com/eqnedit.php?latex=F%20%3D%20B%20%5Ccdot%20(%5Coverline%7BA%7D%20%2B%20B)%20%2B%20%5Coverline%7BA%7D%20%5Ccdot%20C%20%5Cquad%20%5Ctext%7Bteorema%20di%20De%20Morgan%20%7D%20(p_%7B19%7D)#0&quot;,&quot;size&quot;:16,&quot;width&quot;:702.8267716535433,&quot;height&quot;:420.448818897637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926" y="2516575"/>
            <a:ext cx="491193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90" title="{&quot;red&quot;:0,&quot;green&quot;:0,&quot;blue&quot;:0,&quot;origURL&quot;:&quot;https://www.codecogs.com/eqnedit.php?latex=F%20%3D%20B%20%5Ccdot%20%5Coverline%7BA%7D%20%2B%20B%20%5Ccdot%20B%20%2B%20%5Coverline%7BA%7D%20%5Ccdot%20C%20%5Cquad%20%5Ctext%7Bdistributiva%20dell'AND%20nell'OR%20%7D%20(p_%7B15%7D)#0&quot;,&quot;size&quot;:16,&quot;width&quot;:702.8267716535433,&quot;height&quot;:420.4488188976378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977" y="2803899"/>
            <a:ext cx="5735125" cy="2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1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69" name="Google Shape;1169;p91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70" name="Google Shape;1170;p91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91" title="{&quot;red&quot;:0,&quot;green&quot;:0,&quot;blue&quot;:0,&quot;origURL&quot;:&quot;https://www.codecogs.com/eqnedit.php?latex=F%20%3D%20B%20%5Ccdot%20%5Coverline%7BA%20%5Ccdot%20%5Coverline%7BB%7D%7D%20%2B%20%5Coverline%7BA%7D%20%5Ccdot%20C%20%5Ccdot%20(%5Coverline%7BB%7D%20%2B%201)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6" y="1538574"/>
            <a:ext cx="61049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91" title="{&quot;red&quot;:0,&quot;green&quot;:0,&quot;blue&quot;:0,&quot;origURL&quot;:&quot;https://www.codecogs.com/eqnedit.php?latex=F%20%3D%20B%20%5Ccdot%20%5Coverline%7BA%20%5Ccdot%20%5Coverline%7BB%7D%7D%20%2B%20%5Coverline%7BA%7D%20%5Ccdot%20C%20%5Ccdot%201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945" y="1864584"/>
            <a:ext cx="4985771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91" title="{&quot;red&quot;:0,&quot;green&quot;:0,&quot;blue&quot;:0,&quot;origURL&quot;:&quot;https://www.codecogs.com/eqnedit.php?latex=F%20%3D%20B%20%5Ccdot%20%5Coverline%7BA%20%5Ccdot%20%5Coverline%7BB%7D%7D%20%2B%20%5Coverline%7BA%7D%20%5Ccdot%20C%20%5Cquad%20%5Ctext%7Belemento%20neutro%20AND%20%7D%20(p_5)#0&quot;,&quot;size&quot;:16,&quot;width&quot;:702.8267716535433,&quot;height&quot;:420.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21" y="2190583"/>
            <a:ext cx="44616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91" title="{&quot;red&quot;:0,&quot;green&quot;:0,&quot;blue&quot;:0,&quot;origURL&quot;:&quot;https://www.codecogs.com/eqnedit.php?latex=F%20%3D%20B%20%5Ccdot%20(%5Coverline%7BA%7D%20%2B%20B)%20%2B%20%5Coverline%7BA%7D%20%5Ccdot%20C%20%5Cquad%20%5Ctext%7Bteorema%20di%20De%20Morgan%20%7D%20(p_%7B19%7D)#0&quot;,&quot;size&quot;:16,&quot;width&quot;:702.8267716535433,&quot;height&quot;:420.448818897637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926" y="2516575"/>
            <a:ext cx="491193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91" title="{&quot;red&quot;:0,&quot;green&quot;:0,&quot;blue&quot;:0,&quot;origURL&quot;:&quot;https://www.codecogs.com/eqnedit.php?latex=F%20%3D%20B%20%5Ccdot%20%5Coverline%7BA%7D%20%2B%20B%20%5Ccdot%20B%20%2B%20%5Coverline%7BA%7D%20%5Ccdot%20C%20%5Cquad%20%5Ctext%7Bdistributiva%20dell'AND%20nell'OR%20%7D%20(p_%7B15%7D)#0&quot;,&quot;size&quot;:16,&quot;width&quot;:702.8267716535433,&quot;height&quot;:420.4488188976378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977" y="2803899"/>
            <a:ext cx="5735125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91" title="{&quot;red&quot;:0,&quot;green&quot;:0,&quot;blue&quot;:0,&quot;origURL&quot;:&quot;https://www.codecogs.com/eqnedit.php?latex=F%20%3D%20B%20%5Ccdot%20%5Coverline%7BA%7D%20%2B%20B%20%2B%20%5Coverline%7BA%7D%20%5Ccdot%20C%20%5Cquad%20%5Ctext%7Bidempotenza%20AND%20%7D%20(p_2)#0&quot;,&quot;size&quot;:16,&quot;width&quot;:702.8267716535433,&quot;height&quot;:420.4488188976378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920" y="3091234"/>
            <a:ext cx="4311876" cy="2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92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82" name="Google Shape;1182;p92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83" name="Google Shape;1183;p92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92" title="{&quot;red&quot;:0,&quot;green&quot;:0,&quot;blue&quot;:0,&quot;origURL&quot;:&quot;https://www.codecogs.com/eqnedit.php?latex=F%20%3D%20B%20%5Ccdot%20%5Coverline%7BA%20%5Ccdot%20%5Coverline%7BB%7D%7D%20%2B%20%5Coverline%7BA%7D%20%5Ccdot%20C%20%5Ccdot%20(%5Coverline%7BB%7D%20%2B%201)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6" y="1538574"/>
            <a:ext cx="61049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92" title="{&quot;red&quot;:0,&quot;green&quot;:0,&quot;blue&quot;:0,&quot;origURL&quot;:&quot;https://www.codecogs.com/eqnedit.php?latex=F%20%3D%20B%20%5Ccdot%20%5Coverline%7BA%20%5Ccdot%20%5Coverline%7BB%7D%7D%20%2B%20%5Coverline%7BA%7D%20%5Ccdot%20C%20%5Ccdot%201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945" y="1864584"/>
            <a:ext cx="4985771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92" title="{&quot;red&quot;:0,&quot;green&quot;:0,&quot;blue&quot;:0,&quot;origURL&quot;:&quot;https://www.codecogs.com/eqnedit.php?latex=F%20%3D%20B%20%5Ccdot%20%5Coverline%7BA%20%5Ccdot%20%5Coverline%7BB%7D%7D%20%2B%20%5Coverline%7BA%7D%20%5Ccdot%20C%20%5Cquad%20%5Ctext%7Belemento%20neutro%20AND%20%7D%20(p_5)#0&quot;,&quot;size&quot;:16,&quot;width&quot;:702.8267716535433,&quot;height&quot;:420.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21" y="2190583"/>
            <a:ext cx="44616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92" title="{&quot;red&quot;:0,&quot;green&quot;:0,&quot;blue&quot;:0,&quot;origURL&quot;:&quot;https://www.codecogs.com/eqnedit.php?latex=F%20%3D%20B%20%5Ccdot%20(%5Coverline%7BA%7D%20%2B%20B)%20%2B%20%5Coverline%7BA%7D%20%5Ccdot%20C%20%5Cquad%20%5Ctext%7Bteorema%20di%20De%20Morgan%20%7D%20(p_%7B19%7D)#0&quot;,&quot;size&quot;:16,&quot;width&quot;:702.8267716535433,&quot;height&quot;:420.448818897637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926" y="2516575"/>
            <a:ext cx="491193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92" title="{&quot;red&quot;:0,&quot;green&quot;:0,&quot;blue&quot;:0,&quot;origURL&quot;:&quot;https://www.codecogs.com/eqnedit.php?latex=F%20%3D%20B%20%5Ccdot%20%5Coverline%7BA%7D%20%2B%20B%20%5Ccdot%20B%20%2B%20%5Coverline%7BA%7D%20%5Ccdot%20C%20%5Cquad%20%5Ctext%7Bdistributiva%20dell'AND%20nell'OR%20%7D%20(p_%7B15%7D)#0&quot;,&quot;size&quot;:16,&quot;width&quot;:702.8267716535433,&quot;height&quot;:420.4488188976378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977" y="2803899"/>
            <a:ext cx="5735125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92" title="{&quot;red&quot;:0,&quot;green&quot;:0,&quot;blue&quot;:0,&quot;origURL&quot;:&quot;https://www.codecogs.com/eqnedit.php?latex=F%20%3D%20B%20%5Ccdot%20%5Coverline%7BA%7D%20%2B%20B%20%2B%20%5Coverline%7BA%7D%20%5Ccdot%20C%20%5Cquad%20%5Ctext%7Bidempotenza%20AND%20%7D%20(p_2)#0&quot;,&quot;size&quot;:16,&quot;width&quot;:702.8267716535433,&quot;height&quot;:420.4488188976378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920" y="3091234"/>
            <a:ext cx="4311876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p92" title="{&quot;red&quot;:0,&quot;green&quot;:0,&quot;blue&quot;:0,&quot;origURL&quot;:&quot;https://www.codecogs.com/eqnedit.php?latex=F%20%3D%20B%20%5Ccdot%20(%5Coverline%7BA%7D%20%2B%201)%20%2B%20%5Coverline%7BA%7D%20%5Ccdot%20C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9948" y="3378531"/>
            <a:ext cx="5546371" cy="2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93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196" name="Google Shape;1196;p93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97" name="Google Shape;1197;p93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93" title="{&quot;red&quot;:0,&quot;green&quot;:0,&quot;blue&quot;:0,&quot;origURL&quot;:&quot;https://www.codecogs.com/eqnedit.php?latex=F%20%3D%20B%20%5Ccdot%20%5Coverline%7BA%20%5Ccdot%20%5Coverline%7BB%7D%7D%20%2B%20%5Coverline%7BA%7D%20%5Ccdot%20C%20%5Ccdot%20(%5Coverline%7BB%7D%20%2B%201)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6" y="1538574"/>
            <a:ext cx="61049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93" title="{&quot;red&quot;:0,&quot;green&quot;:0,&quot;blue&quot;:0,&quot;origURL&quot;:&quot;https://www.codecogs.com/eqnedit.php?latex=F%20%3D%20B%20%5Ccdot%20%5Coverline%7BA%20%5Ccdot%20%5Coverline%7BB%7D%7D%20%2B%20%5Coverline%7BA%7D%20%5Ccdot%20C%20%5Ccdot%201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945" y="1864584"/>
            <a:ext cx="4985771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93" title="{&quot;red&quot;:0,&quot;green&quot;:0,&quot;blue&quot;:0,&quot;origURL&quot;:&quot;https://www.codecogs.com/eqnedit.php?latex=F%20%3D%20B%20%5Ccdot%20%5Coverline%7BA%20%5Ccdot%20%5Coverline%7BB%7D%7D%20%2B%20%5Coverline%7BA%7D%20%5Ccdot%20C%20%5Cquad%20%5Ctext%7Belemento%20neutro%20AND%20%7D%20(p_5)#0&quot;,&quot;size&quot;:16,&quot;width&quot;:702.8267716535433,&quot;height&quot;:420.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21" y="2190583"/>
            <a:ext cx="44616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93" title="{&quot;red&quot;:0,&quot;green&quot;:0,&quot;blue&quot;:0,&quot;origURL&quot;:&quot;https://www.codecogs.com/eqnedit.php?latex=F%20%3D%20B%20%5Ccdot%20(%5Coverline%7BA%7D%20%2B%20B)%20%2B%20%5Coverline%7BA%7D%20%5Ccdot%20C%20%5Cquad%20%5Ctext%7Bteorema%20di%20De%20Morgan%20%7D%20(p_%7B19%7D)#0&quot;,&quot;size&quot;:16,&quot;width&quot;:702.8267716535433,&quot;height&quot;:420.448818897637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926" y="2516575"/>
            <a:ext cx="491193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93" title="{&quot;red&quot;:0,&quot;green&quot;:0,&quot;blue&quot;:0,&quot;origURL&quot;:&quot;https://www.codecogs.com/eqnedit.php?latex=F%20%3D%20B%20%5Ccdot%20%5Coverline%7BA%7D%20%2B%20B%20%5Ccdot%20B%20%2B%20%5Coverline%7BA%7D%20%5Ccdot%20C%20%5Cquad%20%5Ctext%7Bdistributiva%20dell'AND%20nell'OR%20%7D%20(p_%7B15%7D)#0&quot;,&quot;size&quot;:16,&quot;width&quot;:702.8267716535433,&quot;height&quot;:420.4488188976378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977" y="2803899"/>
            <a:ext cx="5735125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93" title="{&quot;red&quot;:0,&quot;green&quot;:0,&quot;blue&quot;:0,&quot;origURL&quot;:&quot;https://www.codecogs.com/eqnedit.php?latex=F%20%3D%20B%20%5Ccdot%20%5Coverline%7BA%7D%20%2B%20B%20%2B%20%5Coverline%7BA%7D%20%5Ccdot%20C%20%5Cquad%20%5Ctext%7Bidempotenza%20AND%20%7D%20(p_2)#0&quot;,&quot;size&quot;:16,&quot;width&quot;:702.8267716535433,&quot;height&quot;:420.4488188976378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920" y="3091234"/>
            <a:ext cx="4311876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93" title="{&quot;red&quot;:0,&quot;green&quot;:0,&quot;blue&quot;:0,&quot;origURL&quot;:&quot;https://www.codecogs.com/eqnedit.php?latex=F%20%3D%20B%20%5Ccdot%20(%5Coverline%7BA%7D%20%2B%201)%20%2B%20%5Coverline%7BA%7D%20%5Ccdot%20C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9948" y="3378531"/>
            <a:ext cx="5546371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93" title="{&quot;red&quot;:0,&quot;green&quot;:0,&quot;blue&quot;:0,&quot;origURL&quot;:&quot;https://www.codecogs.com/eqnedit.php?latex=F%20%3D%20B%20%5Ccdot%201%20%2B%20%5Coverline%7BA%7D%20%5Ccdot%20C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9941" y="3665812"/>
            <a:ext cx="4426541" cy="2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94"/>
          <p:cNvSpPr txBox="1"/>
          <p:nvPr>
            <p:ph type="title"/>
          </p:nvPr>
        </p:nvSpPr>
        <p:spPr>
          <a:xfrm>
            <a:off x="3313196" y="221206"/>
            <a:ext cx="2517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1211" name="Google Shape;1211;p94"/>
          <p:cNvSpPr txBox="1"/>
          <p:nvPr/>
        </p:nvSpPr>
        <p:spPr>
          <a:xfrm>
            <a:off x="100900" y="749101"/>
            <a:ext cx="796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</a:rPr>
              <a:t>Passaggi di minimizzazione: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212" name="Google Shape;1212;p94" title="{&quot;red&quot;:0,&quot;green&quot;:0,&quot;blue&quot;:0,&quot;origURL&quot;:&quot;https://www.codecogs.com/eqnedit.php?latex=F%20%3D%20B%20%5Ccdot%20%5Coverline%7BA%20%5Ccdot%20%5Coverline%7BB%7D%7D%20%2B%20%5Coverline%7BA%7D%20%5Ccdot%20C%20%5Ccdot%20%5Coverline%7BB%7D%20%2B%20C%20%5Ccdot%20%5Coverline%7BA%7D#0&quot;,&quot;size&quot;:16,&quot;width&quot;:702.8267716535433,&quot;height&quot;:420.448818897637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23" y="1251203"/>
            <a:ext cx="290864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94" title="{&quot;red&quot;:0,&quot;green&quot;:0,&quot;blue&quot;:0,&quot;origURL&quot;:&quot;https://www.codecogs.com/eqnedit.php?latex=F%20%3D%20B%20%5Ccdot%20%5Coverline%7BA%20%5Ccdot%20%5Coverline%7BB%7D%7D%20%2B%20%5Coverline%7BA%7D%20%5Ccdot%20C%20%5Ccdot%20(%5Coverline%7BB%7D%20%2B%201)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6" y="1538574"/>
            <a:ext cx="61049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94" title="{&quot;red&quot;:0,&quot;green&quot;:0,&quot;blue&quot;:0,&quot;origURL&quot;:&quot;https://www.codecogs.com/eqnedit.php?latex=F%20%3D%20B%20%5Ccdot%20%5Coverline%7BA%20%5Ccdot%20%5Coverline%7BB%7D%7D%20%2B%20%5Coverline%7BA%7D%20%5Ccdot%20C%20%5Ccdot%201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945" y="1864584"/>
            <a:ext cx="4985771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94" title="{&quot;red&quot;:0,&quot;green&quot;:0,&quot;blue&quot;:0,&quot;origURL&quot;:&quot;https://www.codecogs.com/eqnedit.php?latex=F%20%3D%20B%20%5Ccdot%20%5Coverline%7BA%20%5Ccdot%20%5Coverline%7BB%7D%7D%20%2B%20%5Coverline%7BA%7D%20%5Ccdot%20C%20%5Cquad%20%5Ctext%7Belemento%20neutro%20AND%20%7D%20(p_5)#0&quot;,&quot;size&quot;:16,&quot;width&quot;:702.8267716535433,&quot;height&quot;:420.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21" y="2190583"/>
            <a:ext cx="4461625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4" title="{&quot;red&quot;:0,&quot;green&quot;:0,&quot;blue&quot;:0,&quot;origURL&quot;:&quot;https://www.codecogs.com/eqnedit.php?latex=F%20%3D%20B%20%5Ccdot%20(%5Coverline%7BA%7D%20%2B%20B)%20%2B%20%5Coverline%7BA%7D%20%5Ccdot%20C%20%5Cquad%20%5Ctext%7Bteorema%20di%20De%20Morgan%20%7D%20(p_%7B19%7D)#0&quot;,&quot;size&quot;:16,&quot;width&quot;:702.8267716535433,&quot;height&quot;:420.448818897637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926" y="2516575"/>
            <a:ext cx="4911939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94" title="{&quot;red&quot;:0,&quot;green&quot;:0,&quot;blue&quot;:0,&quot;origURL&quot;:&quot;https://www.codecogs.com/eqnedit.php?latex=F%20%3D%20B%20%5Ccdot%20%5Coverline%7BA%7D%20%2B%20B%20%5Ccdot%20B%20%2B%20%5Coverline%7BA%7D%20%5Ccdot%20C%20%5Cquad%20%5Ctext%7Bdistributiva%20dell'AND%20nell'OR%20%7D%20(p_%7B15%7D)#0&quot;,&quot;size&quot;:16,&quot;width&quot;:702.8267716535433,&quot;height&quot;:420.4488188976378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977" y="2803899"/>
            <a:ext cx="5735125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94" title="{&quot;red&quot;:0,&quot;green&quot;:0,&quot;blue&quot;:0,&quot;origURL&quot;:&quot;https://www.codecogs.com/eqnedit.php?latex=F%20%3D%20B%20%5Ccdot%20%5Coverline%7BA%7D%20%2B%20B%20%2B%20%5Coverline%7BA%7D%20%5Ccdot%20C%20%5Cquad%20%5Ctext%7Bidempotenza%20AND%20%7D%20(p_2)#0&quot;,&quot;size&quot;:16,&quot;width&quot;:702.8267716535433,&quot;height&quot;:420.4488188976378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920" y="3091234"/>
            <a:ext cx="4311876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94" title="{&quot;red&quot;:0,&quot;green&quot;:0,&quot;blue&quot;:0,&quot;origURL&quot;:&quot;https://www.codecogs.com/eqnedit.php?latex=F%20%3D%20B%20%5Ccdot%20(%5Coverline%7BA%7D%20%2B%201)%20%2B%20%5Coverline%7BA%7D%20%5Ccdot%20C%20%5Cquad%20%5Ctext%7Braccoglimento%20a%20fattor%20comune%20%7D%20(p_%7B15%7D)#0&quot;,&quot;size&quot;:16,&quot;width&quot;:702.8267716535433,&quot;height&quot;:420.4488188976378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9948" y="3378531"/>
            <a:ext cx="5546371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94" title="{&quot;red&quot;:0,&quot;green&quot;:0,&quot;blue&quot;:0,&quot;origURL&quot;:&quot;https://www.codecogs.com/eqnedit.php?latex=F%20%3D%20B%20%5Ccdot%201%20%2B%20%5Coverline%7BA%7D%20%5Ccdot%20C%20%5Cquad%20%5Ctext%7Belemento%20assorbente%20OR%20%7D%20(p_%7B12%7D)#0&quot;,&quot;size&quot;:16,&quot;width&quot;:702.8267716535433,&quot;height&quot;:420.4488188976378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9941" y="3665812"/>
            <a:ext cx="4426541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94" title="{&quot;red&quot;:0,&quot;green&quot;:0,&quot;blue&quot;:0,&quot;origURL&quot;:&quot;https://www.codecogs.com/eqnedit.php?latex=F%20%3D%20B%20%2B%20%5Coverline%7BA%7D%20%5Ccdot%20C%20%5Cquad%20%5Ctext%7Belemento%20neutro%20AND%20%7D%20(p_5)#0&quot;,&quot;size&quot;:16,&quot;width&quot;:702.8267716535433,&quot;height&quot;:420.4488188976378}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9949" y="3953052"/>
            <a:ext cx="3895753" cy="2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95"/>
          <p:cNvSpPr txBox="1"/>
          <p:nvPr/>
        </p:nvSpPr>
        <p:spPr>
          <a:xfrm>
            <a:off x="137160" y="114300"/>
            <a:ext cx="8865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700"/>
              <a:t>Mux con t</a:t>
            </a:r>
            <a:r>
              <a:rPr b="1" i="0" lang="it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avola di verità</a:t>
            </a:r>
            <a:endParaRPr sz="2700"/>
          </a:p>
        </p:txBody>
      </p:sp>
      <p:graphicFrame>
        <p:nvGraphicFramePr>
          <p:cNvPr id="1227" name="Google Shape;1227;p95"/>
          <p:cNvGraphicFramePr/>
          <p:nvPr/>
        </p:nvGraphicFramePr>
        <p:xfrm>
          <a:off x="413985" y="13162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{92B67E46-BBD7-46D5-9FDC-29BFA1203AD0}</a:tableStyleId>
              </a:tblPr>
              <a:tblGrid>
                <a:gridCol w="736150"/>
                <a:gridCol w="736150"/>
                <a:gridCol w="736150"/>
                <a:gridCol w="1422150"/>
              </a:tblGrid>
              <a:tr h="27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none" cap="none" strike="noStrike">
                          <a:solidFill>
                            <a:srgbClr val="FFFFFF"/>
                          </a:solidFill>
                        </a:rPr>
                        <a:t>A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none" cap="none" strike="noStrike">
                          <a:solidFill>
                            <a:srgbClr val="FFFFFF"/>
                          </a:solidFill>
                        </a:rPr>
                        <a:t>B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none" cap="none" strike="noStrike">
                          <a:solidFill>
                            <a:srgbClr val="FFFFFF"/>
                          </a:solidFill>
                        </a:rPr>
                        <a:t>C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300" u="none" cap="none" strike="noStrike">
                          <a:solidFill>
                            <a:srgbClr val="FFFFFF"/>
                          </a:solidFill>
                        </a:rPr>
                        <a:t>F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E5A8A"/>
                    </a:solidFill>
                  </a:tcPr>
                </a:tc>
              </a:tr>
              <a:tr h="27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0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7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7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0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7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0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1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E8F2FB"/>
                    </a:solidFill>
                  </a:tcPr>
                </a:tc>
              </a:tr>
              <a:tr h="27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none" cap="none" strike="noStrike"/>
                        <a:t>1</a:t>
                      </a:r>
                      <a:endParaRPr b="1" sz="18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28" name="Google Shape;122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3406" y="704100"/>
            <a:ext cx="3219597" cy="304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95"/>
          <p:cNvSpPr txBox="1"/>
          <p:nvPr/>
        </p:nvSpPr>
        <p:spPr>
          <a:xfrm>
            <a:off x="5564595" y="736950"/>
            <a:ext cx="54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^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