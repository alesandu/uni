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39" r:id="rId5"/>
    <p:sldId id="355" r:id="rId6"/>
    <p:sldId id="346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492" r:id="rId15"/>
    <p:sldId id="356" r:id="rId16"/>
    <p:sldId id="357" r:id="rId17"/>
    <p:sldId id="358" r:id="rId18"/>
    <p:sldId id="360" r:id="rId19"/>
    <p:sldId id="359" r:id="rId20"/>
    <p:sldId id="361" r:id="rId21"/>
    <p:sldId id="362" r:id="rId22"/>
    <p:sldId id="364" r:id="rId23"/>
    <p:sldId id="366" r:id="rId24"/>
    <p:sldId id="367" r:id="rId25"/>
    <p:sldId id="365" r:id="rId26"/>
    <p:sldId id="368" r:id="rId27"/>
    <p:sldId id="378" r:id="rId28"/>
    <p:sldId id="379" r:id="rId29"/>
    <p:sldId id="369" r:id="rId30"/>
    <p:sldId id="493" r:id="rId31"/>
    <p:sldId id="494" r:id="rId32"/>
    <p:sldId id="370" r:id="rId33"/>
    <p:sldId id="495" r:id="rId34"/>
    <p:sldId id="496" r:id="rId35"/>
    <p:sldId id="371" r:id="rId36"/>
    <p:sldId id="497" r:id="rId37"/>
    <p:sldId id="498" r:id="rId38"/>
    <p:sldId id="374" r:id="rId39"/>
    <p:sldId id="499" r:id="rId40"/>
    <p:sldId id="500" r:id="rId41"/>
    <p:sldId id="375" r:id="rId42"/>
    <p:sldId id="501" r:id="rId43"/>
    <p:sldId id="502" r:id="rId44"/>
    <p:sldId id="377" r:id="rId45"/>
    <p:sldId id="382" r:id="rId46"/>
    <p:sldId id="384" r:id="rId47"/>
    <p:sldId id="383" r:id="rId48"/>
    <p:sldId id="385" r:id="rId49"/>
    <p:sldId id="386" r:id="rId50"/>
    <p:sldId id="387" r:id="rId51"/>
    <p:sldId id="388" r:id="rId52"/>
    <p:sldId id="389" r:id="rId53"/>
    <p:sldId id="390" r:id="rId54"/>
    <p:sldId id="391" r:id="rId55"/>
    <p:sldId id="491" r:id="rId56"/>
    <p:sldId id="392" r:id="rId57"/>
    <p:sldId id="393" r:id="rId58"/>
    <p:sldId id="397" r:id="rId59"/>
    <p:sldId id="398" r:id="rId60"/>
    <p:sldId id="394" r:id="rId61"/>
    <p:sldId id="395" r:id="rId62"/>
    <p:sldId id="399" r:id="rId63"/>
    <p:sldId id="396" r:id="rId64"/>
    <p:sldId id="400" r:id="rId65"/>
    <p:sldId id="401" r:id="rId66"/>
    <p:sldId id="402" r:id="rId67"/>
    <p:sldId id="403" r:id="rId68"/>
    <p:sldId id="406" r:id="rId69"/>
    <p:sldId id="407" r:id="rId70"/>
    <p:sldId id="404" r:id="rId71"/>
    <p:sldId id="408" r:id="rId72"/>
    <p:sldId id="409" r:id="rId73"/>
    <p:sldId id="405" r:id="rId74"/>
    <p:sldId id="410" r:id="rId75"/>
    <p:sldId id="411" r:id="rId76"/>
    <p:sldId id="412" r:id="rId77"/>
    <p:sldId id="413" r:id="rId78"/>
    <p:sldId id="414" r:id="rId79"/>
    <p:sldId id="416" r:id="rId80"/>
    <p:sldId id="417" r:id="rId81"/>
    <p:sldId id="415" r:id="rId82"/>
    <p:sldId id="418" r:id="rId83"/>
    <p:sldId id="419" r:id="rId84"/>
    <p:sldId id="420" r:id="rId85"/>
    <p:sldId id="422" r:id="rId86"/>
    <p:sldId id="425" r:id="rId87"/>
    <p:sldId id="423" r:id="rId88"/>
    <p:sldId id="424" r:id="rId89"/>
    <p:sldId id="426" r:id="rId90"/>
    <p:sldId id="427" r:id="rId91"/>
    <p:sldId id="428" r:id="rId92"/>
    <p:sldId id="429" r:id="rId93"/>
    <p:sldId id="430" r:id="rId94"/>
    <p:sldId id="432" r:id="rId95"/>
    <p:sldId id="431" r:id="rId96"/>
    <p:sldId id="433" r:id="rId97"/>
    <p:sldId id="435" r:id="rId98"/>
    <p:sldId id="436" r:id="rId99"/>
    <p:sldId id="437" r:id="rId100"/>
    <p:sldId id="438" r:id="rId101"/>
    <p:sldId id="439" r:id="rId102"/>
    <p:sldId id="440" r:id="rId103"/>
    <p:sldId id="434" r:id="rId104"/>
    <p:sldId id="441" r:id="rId105"/>
    <p:sldId id="442" r:id="rId10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754F6EB-EFC1-272E-6EAA-95679C67A648}" name="maurizio fiusco" initials="mf" userId="S::maurizio.fiusco@students.uniroma2.eu::1da91dc1-53a2-44db-a324-a14f7b2c829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4CF24C-9B8A-7257-4FA9-AB104F052B9D}" v="6" dt="2025-04-01T19:26:01.237"/>
    <p1510:client id="{A6219FC4-6BA6-482C-BB3F-FDFA3AEA44E9}" v="1" dt="2025-04-01T09:21:01.018"/>
    <p1510:client id="{AA5AE359-EE5B-A8E4-4AB4-D63C4021B032}" v="1" dt="2025-04-01T19:16:12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microsoft.com/office/2018/10/relationships/authors" Target="authors.xml"/><Relationship Id="rId16" Type="http://schemas.openxmlformats.org/officeDocument/2006/relationships/slide" Target="slides/slide12.xml"/><Relationship Id="rId107" Type="http://schemas.openxmlformats.org/officeDocument/2006/relationships/presProps" Target="presProp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viewProps" Target="view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theme" Target="theme/theme1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6C3824-C0BE-EE86-ADDB-594E3B61F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7629155-69C3-3841-51DA-889A638CC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FE00CE-145E-DEDF-85F2-A4E08F75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0CE3D7-4C7E-DFB1-862D-4D6648A2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1D86A29-674E-D0BF-A6FD-D9F947D4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155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8A1FB20-2994-C25B-277C-E098C196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8480B-B394-A8D1-212B-D38C1F25B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66AACA7-54C3-0ADA-3C91-610C38CB2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EED951-0C81-7E1A-282A-77CF4488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F978F5-E3C4-A051-B97D-3406FCD7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980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049084-125C-4526-4FF8-7CB95006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B1DC544-285A-98BC-D827-92CBF67E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8AAE691-DCEB-D47E-AD64-5F67244A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98ED66-C17B-C987-B208-8A5FC12B9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05A128-3294-39A9-2501-1056BCB5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16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1BE192-A55E-8AC2-F8D1-DE70E9EE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A82EA4-D948-9254-8FD0-BF9A4DDD38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2C8D5B-F149-0D76-6943-346AE14D5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A82C775-35B1-30B8-4227-C71B0F20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D48C0B5-6884-7924-3058-FE1C36B0D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F701561-1875-18E2-DD4A-C28ACA22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01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9A4055-AE65-2234-9008-51AC4FFC5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351592F-77F5-4CE8-2E07-0308A7586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BD7B7DB-8F07-45A5-FE97-8670829D5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22515DE-02E3-7DC5-8425-66E720D9EF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DF733A8-1175-823C-CDB3-8A6ECDE62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61BBAA3-F2AE-0B1B-4A40-1FB059C60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3DD8873-5FD2-2501-BA2F-D7038ED9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6BA20E8-BFA9-2214-72D0-78661017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4579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4BF1DD-DEDA-4701-F1FD-45B9BE21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178D6C1-16BC-0D4F-C4EB-A421CD4D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44EB6CB-6137-723C-B8C3-FB69A280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3324DFA-C8B9-0909-4B38-28D70AF6A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4091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418D123-712F-DCDD-74E4-D90287EF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6BDDF1A-FB6B-571B-1008-F653AE591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994860-D2F5-F41E-D90F-8BDC329F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601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5F7A9A-5CB8-2A86-7528-16CE2A32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F1FC6C-212A-36EE-A637-B8EFB7995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8ECE7C-9CCC-76AD-AABC-0CEBC8B679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570B27-BE72-154B-939C-850ED543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121AE0-C13B-5E2E-F058-A1C4F59C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5ABA42-7FF2-7B9E-D31E-73AF34ED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9898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341C74-E5F4-9D28-A57D-C51D6FCE3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EC695D3-09D1-5F7E-9935-FFCFB1474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908E746-096B-D88C-7D87-66F49947F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1D076E-AFF0-C37E-A116-CA534350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A8537A8-2158-DDFF-327D-C4244ACE4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3C1DAE8-8EF1-5FA5-435F-D6F126B13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129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723FA3-89C3-0633-9FE4-80265FF3D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24977E-6576-D4F3-B19E-40EF455AEE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5794BA-452B-C2E6-16EE-1FF57AA8A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2A26672-8F6D-B561-546F-C8B713CA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BBCB7B-25B2-8B56-D032-FDC266FB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473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77274DD-C5E2-9B66-CCE6-B312E85C6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407EC70-18C5-F44F-A497-21DB61A64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5622887-DC53-E36A-8CD4-37CEC0388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F2D2260-6985-2465-9611-3D04D66D5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3F630E-1FD9-7677-AACF-29DB41A3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64777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7FED85F-FA2E-1F09-82B2-25E026A8E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2942E0A-CCB1-6039-9C11-838F100E7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E8A964-3072-19EB-8F9F-EE78FA6341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28E87-F1D4-4622-9D65-7D637836A452}" type="datetimeFigureOut">
              <a:rPr lang="it-IT" smtClean="0"/>
              <a:t>28/04/2025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D57C3E-C91D-5D80-6425-E5FB5C058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8517343-412C-8DD6-E0F3-10A86A773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F0C6F-620D-43C8-AF09-3B76519E34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82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C185-97BE-B920-276E-235D9C291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BBC5E2B-65A9-D22E-EB80-3A121E926C94}"/>
              </a:ext>
            </a:extLst>
          </p:cNvPr>
          <p:cNvSpPr txBox="1"/>
          <p:nvPr/>
        </p:nvSpPr>
        <p:spPr>
          <a:xfrm>
            <a:off x="0" y="1294713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i="0">
                <a:effectLst/>
              </a:rPr>
              <a:t>COMPUTER SYSTEMS ARCHITECTURE </a:t>
            </a:r>
            <a:r>
              <a:rPr lang="it-IT" sz="5400" b="1" i="0">
                <a:effectLst/>
              </a:rPr>
              <a:t>(</a:t>
            </a:r>
            <a:r>
              <a:rPr lang="it-IT" sz="5400" b="1"/>
              <a:t>1</a:t>
            </a:r>
            <a:r>
              <a:rPr lang="it-IT" sz="5400" b="1" i="0">
                <a:effectLst/>
              </a:rPr>
              <a:t>)</a:t>
            </a:r>
            <a:endParaRPr lang="it-IT" sz="5400" b="1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E5654E7-AF97-A47A-4F25-ABBC0D5B4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03" y="3202932"/>
            <a:ext cx="6316394" cy="150694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9DA763-DD14-D001-C9C2-41431F90FA36}"/>
              </a:ext>
            </a:extLst>
          </p:cNvPr>
          <p:cNvSpPr txBox="1"/>
          <p:nvPr/>
        </p:nvSpPr>
        <p:spPr>
          <a:xfrm>
            <a:off x="4274574" y="2479655"/>
            <a:ext cx="36428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/>
              <a:t>Maurizio Fiusco</a:t>
            </a:r>
          </a:p>
        </p:txBody>
      </p:sp>
    </p:spTree>
    <p:extLst>
      <p:ext uri="{BB962C8B-B14F-4D97-AF65-F5344CB8AC3E}">
        <p14:creationId xmlns:p14="http://schemas.microsoft.com/office/powerpoint/2010/main" val="420682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B2702-A41C-0CD9-D213-20DC92C3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70204420-0FCA-9629-2AB7-FE25A79B725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E186DC3-7029-4020-2B4A-5BDE61A4B2D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7BCC2785-B5B1-F1A5-67A6-55BEDDE2DC7C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4C9E6D91-B99D-4906-ADA7-443CA50C5B51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91DA6-A9EA-BAEA-D39A-77827F1CF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AE58C21-D6C9-951C-2A56-32B4B8010F8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F2B5829-2467-236D-0019-59E0ADCA7E28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294F36D-2ECB-C85B-85FB-A287A7F3895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1FB901-1C9F-4B12-B941-E533EC5B90A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A526A13-EC65-0F62-8739-8C16D060035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036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CA4A-9E75-991F-8728-B4A45EC9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906A003-F29B-70FB-5DAD-601D82382D8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9AD655CF-EC9F-B573-0665-A18C4FA3DFEC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39B65D-C840-B91D-36A6-97875E7C4526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12EB4F0-0B6D-0A51-B224-E1CDA40877B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E7DF08E-CB75-D535-75D9-671838D61DB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174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16220-AFFD-ED54-F4C1-6B14D1C5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2B57564-4CAD-66EC-D5A5-3D460F3950F6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57C9D570-9DA9-6586-3A43-88AD040ACC7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61B97FB-46DF-6630-9F61-6A7AEA7819EF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CBD38A1-6791-F222-C1C6-F0D451FB7D6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7E7555C-CC29-7ADD-2CA5-4CD191E4641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904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855B9-3AEE-C528-39D6-9F8F9A62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F60419E-A9A5-08F5-1366-7E7600C5F81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11D11D-1CF6-6E37-B4BE-FBCE2E77EEB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B3F67D4-FB18-F55E-8716-0D0207CD23ED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A5C806-A7ED-445C-3C83-EB06DBE992C3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0255F6C-E9B6-F4A8-967F-E6DDE2BE7C2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543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5C1A-F99F-1224-B782-AC9C0ED70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157FB806-BBD6-81CB-76F7-119142B6C42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C012B1-3DA0-D637-CB78-297AB5640022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CA2A16-67A3-5CFD-E86B-3FDE334E7E7E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6306237-2CBB-A73E-BEF0-426211A758D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E8C2B41-0117-0EB0-45BB-828F4461343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35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8906-8564-D799-95F7-37319E08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2E2658D-6E34-DBCE-C470-77E5830F5526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63A7FF13-1B27-17ED-B261-4E751EDC508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6624EFE-B1F1-48BA-1B17-5533AD3E962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806644-A013-2350-9D13-748C5882505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705F033-85E8-BF45-7EC4-41C9E74C2AC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31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378C-1447-6062-3009-E974C432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C75046F4-E2E4-BA1F-9C84-B9250EC7AC3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828F51-E298-238F-FE21-0E3E6E00D210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673F2C-60A7-51C6-CFE0-4B25793E285C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A934E3D-954F-2221-378A-EDFB09B8D90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519EBF7-C977-A1AE-8514-ADE5A12584B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42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0C1F-E66A-C322-CB29-3FE07221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7D7CA82-2D91-AEC7-177F-0C143AB5CB32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1BC5E872-9964-87B0-9984-D107B3D056AA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E7ED465-7928-68D2-5674-244EF66E13C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863DA9C-F595-C894-B4D9-2688F2DD82D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627889-B0B7-12FF-C6D2-B8B85CCF050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octal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148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DA58-8075-F583-4F09-3C875622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B956B7A-B348-49D9-2E00-85389FD5452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4616DC9-4907-30B3-13EE-563B401E204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53E796F-1C40-D388-24C5-7780498A07BB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0246F04-D559-04B5-0DB0-90B19ADDDCBD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1FB97AA-F641-2EB7-72E3-996BB11026B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376381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F728A-2BE3-E8EA-EC15-E50079856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3CA80F8-F63D-4E3B-9F3C-2B8F2B6EA1D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96BFC66-E10E-1FDA-57BB-85A8C7180F78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F766CC-99D9-31FA-46F8-A99623C4A3D9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F7F288-694D-0F0D-B3A5-795832F4216C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578CFDC-B62A-39F0-9179-E52EA3DB877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4176084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3479-732A-0B12-D07C-92EB1374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D91D1F0-4D92-4147-67DA-33F3796C4AD5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12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2E79687-2A3A-D707-117A-3663A6AC40DA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296EB4E-BE5C-25B4-EE7C-29354D19AA96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664F5FD-1673-B91C-F4DA-C6299EC59DC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E6BCF0-666D-40A8-7B9E-C8A63A9E128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23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F03F-DBCC-BC96-8B9F-3A4E2E79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FFF4322-E230-1AAF-F884-5E5CDDE7921A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12"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31E1A7-717D-32A7-CF19-B4BFBC3ACC33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EF08688-F59B-BB6E-83CB-F1397055D1B7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0EFB389-AAD3-29F6-8313-8DDBE9A6463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7373F8-282A-376B-038C-3C6C0AEFFA0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70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0BB8-0B0E-6BCA-3410-8B5A5CC38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ED07BAB-50D9-AF7B-45EA-F7DEB3C1C1F8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273481BD-D70F-0DA4-9FAD-614470B85C45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9F30EF-A3EB-A48D-D716-23E780FA158C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63D341D3-C779-2BC5-072C-0FA806C70A1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BF112D1-9D70-59CA-DC11-F069EC84509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331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D3D6-07D2-8ED1-D4B6-FBF9C0293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E4F713A3-5DC2-936B-9BE6-98E8FD6754EB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E543CC-82C7-501D-83D0-969E524652F2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B648AD-E205-565E-1366-95EF673B64C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AAFF74-C21F-504B-8B3A-A2822295918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4F82A91-FDB1-D6C8-7D53-715FEAC2DE3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714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D20BE-2658-B7FB-5937-5A425EA2F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668B4D1-7ED1-667C-B39B-B898D3556261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0AD0A86-F3C5-BA7F-57F8-9BCF0A1521B7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1F0FFA0-C480-E369-F125-3326F7D0D6FC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87792E1-20C3-8B03-D5B7-DFAC16D0BCB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7713BA6-B363-499D-2FE8-3DECFB77A7F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8520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2A4C-EB0A-CA29-B3FB-574E7E5F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0C6EAA43-34FC-4AD8-E656-B3EEB5B153C6}"/>
              </a:ext>
            </a:extLst>
          </p:cNvPr>
          <p:cNvGraphicFramePr>
            <a:graphicFrameLocks noGrp="1"/>
          </p:cNvGraphicFramePr>
          <p:nvPr/>
        </p:nvGraphicFramePr>
        <p:xfrm>
          <a:off x="478162" y="2042627"/>
          <a:ext cx="5184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75361917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8461175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19288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D137B9-2FFC-2214-5ECB-81DE461B703A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7CBED3-5A7B-DCC8-6E74-EDEDE813DA56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3F03DB7-272F-3769-2F43-A7A5B8A803A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ADBB7D7-DCC4-0DB0-939F-9F3D5E1F7E8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9724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33F5A-2DE3-ED77-1607-1BEB053D1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0D3F913-384A-6E2C-1248-F7914759118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6CDD8D3-903D-08F3-DFA0-FCB60942D1CA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8220CB-E7F4-49E6-B746-6F441BA2CF0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B1D64BC-FB43-3016-3E52-999D85ACAE5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1C3DD59-7431-260F-4E2C-915AE10A98A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3543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2535-D6EB-DB7E-A608-FBC0E5DA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4509E52-49C1-57FD-2CA9-85C13DABE75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8E2709-864E-3E73-8D67-6017B4E55917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C677912-1791-358A-43C3-3412DF5E2E8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9BACE9F-1BF2-167B-8372-141DCBA10F0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B641DF6-8B5B-513F-3160-D9901F027C5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05121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6772-7F44-3D1A-849F-D73B7ACC3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1833236-0255-3D47-58C6-F6D07161AE8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50" b="0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50"/>
                        <a:t>2</a:t>
                      </a:r>
                      <a:r>
                        <a:rPr lang="it-IT" sz="2150" baseline="30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335285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D71AEC-39B0-7B83-63D1-A268210DB91B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7E6B9C-6375-6176-499C-5D0A3C2B224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232E875-3292-FE52-14D8-A6903D338CD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B8AE9B-D655-DAA2-2DCA-6FD0AC7C193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4955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30E4-ED40-45FB-5044-5AA515433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1A66312-CB36-7E6C-2F3F-AA53810A198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2150" b="0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50"/>
                        <a:t>2</a:t>
                      </a:r>
                      <a:r>
                        <a:rPr lang="it-IT" sz="2150" baseline="300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335285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F8BF00-F463-6696-8A28-35CF02A39467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F80C86-5D56-9D73-679A-190E38858D52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1BD0CA1-4C1C-52A4-0F02-D4800443D0E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F7B43FC-0F55-1472-7351-367263E89E8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66866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C03A7-A104-73A6-7078-9A349AE77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D9FDDF5-962F-DE29-F027-791FD54922C6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33314B29-E930-A5C7-A0AC-95E149A6D25B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C19B2F-002B-DC57-A18F-09C451ED1E52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17AB39E-4FAC-6C4D-2284-0C5A0997EDC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89D891D-A13B-9FC2-F3D9-47E6320B2E3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821473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8D704-D0F6-037D-7513-B56B5F45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81768E5D-16A3-AA54-5B7C-CD4C3594AE1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50"/>
                        <a:t>2</a:t>
                      </a:r>
                      <a:r>
                        <a:rPr lang="it-IT" sz="2150" baseline="30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21185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F965C9E-A99B-4230-B01C-C9A06905FE8F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17E667-6084-2958-9F05-06615F28B2A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584783E-4E94-D1AF-B202-80B773E83D0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FF23664-4902-70CB-A0B0-E4420E43008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11584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DA5E6-5943-429A-73F9-C788EA31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42DCF114-F7FD-A079-EA34-5BD4C99ED9F9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150"/>
                        <a:t>2</a:t>
                      </a:r>
                      <a:r>
                        <a:rPr lang="it-IT" sz="2150" baseline="300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21185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24352F5A-7190-F607-8EA8-369B6C0FE094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D28D3D4-0CD1-5C79-8677-BD4C55B81E4D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92875D-22BD-FC03-96EF-91848C7598D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F1BED06-4239-FE9B-BE01-B872068469B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75152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C0567-ECD0-B726-3EF2-2398437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E266BD4-D71E-940E-3117-102F6E906241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007320F-28AD-528B-A8A6-CA6A08F1281A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EF74C69-7A7D-12E4-D01E-8BBBB0C0D761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75DA2BE-7CDA-B47C-708F-2A3A0D6CD92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2E6CAB6-7E3D-3852-CAE2-FA31CADD899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1780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B84DD-078B-C5BF-4C7B-E30685CC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132A5BB-5959-8BA9-4732-1FCA8790D2B5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7018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F007D704-D158-80D9-03E2-E6E5AEF2BEA5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91321B-3E3F-3613-B356-53E6226850C6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AF9FEB6-3141-202E-1EEC-2FF57E7B350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3F66E3E-FB5B-C342-02E5-569D5455C2C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660221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3AA05-CE42-6E58-D65A-5C2073C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E93D448C-B27A-0D73-E3B9-B6AD90C957F6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77018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C6FDEAFC-BD80-6FCE-BFCB-B4476D7DD350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976302-B1C9-9BFA-2C7B-80A2C41894D0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C384857-A297-A30C-63F1-5BF59898746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0C7B2E-3993-37CB-C93A-11F5DEFBB97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37513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E017C-611A-DCB8-1B27-BF6C6AB5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BAEF255-1DFF-4EF2-D2CB-6DA1F4C2A705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64C4652E-51C6-4188-6705-E5ED693416CB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A9F3BD4-6B49-5D75-D573-4E6ECAE84C68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63CD6C-6272-1DD7-7333-00DD42B6BEA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F701ACB-E37B-F4E3-5747-5636E536607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7570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455F-E37A-A0A1-4F99-E41601B9B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5E8457A-ABA2-73BD-3BCE-9043FB8F7085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198949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6C58FC42-6287-E54B-3305-28AD6A5EC7E3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6E33B7-FFCC-8968-7751-A3EB4881F41D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C544821-778C-F648-8930-84B5FB85AC4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4723E79-8DAE-17C5-DF7C-6C776FE3B45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90871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84673-7A8A-24B6-AB52-DDD9598F5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F9C1FF7-ECFB-AD12-44C7-348B4D5A98B1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198949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020A85-A1DA-567E-0B56-DB1786B69B21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2DA06F5-40E5-2377-10F7-B6CE4D9F9B40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6BB68D-2A8D-E5AE-5348-D87A0538F78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D428D07-7F53-708A-3DA2-1E788D9D530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05654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F0AA-E10A-59E6-A100-23A6446D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7C15EC6-26F5-A8A3-813C-FC1421A19003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48F19533-9C88-0A63-D79A-C4920ED97CFE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F24D6B1-004B-5BC8-68AD-0FC49774CFF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3446F0F-2985-6A62-55BD-978BDAA303F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D3B29AE8-7564-058A-E58A-71818CFAA70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44533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E5083-2EB2-4661-EA82-CBC68E4EB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E84C829-0F10-7A88-E43C-84209259F2F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8396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B6BD02AE-61C5-B839-35B0-C39D1E845B53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8C2A7A8-FFD9-2CD1-8225-5CB7FE011AB9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7DF7F1-4B14-4A0B-8D15-FFC748F8D6E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DF0001A-F39B-B7E6-4B0C-C634C1CCDC7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08557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FE1A3-8541-1F2F-3FE2-00A320F0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580F750-AE2D-CDAF-4B55-2E936B45BE2C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983960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E4842FF3-9D4C-2E64-E198-E16692B341A7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BC8CEE-2DFB-E0FB-9DFF-44D7BC40E91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15AEEEA-C6ED-D12C-83A8-F704FC57E14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1325BE1-8177-A49F-89F2-F08EB9BC8BF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145934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CA614-19A0-9FFB-E8D9-955A03880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5508431-5BD4-B212-636A-9C8D514C09E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6532FBE2-16CC-79A7-7F0C-CF4D6B6AB2BF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86D62D9-59BE-D271-E189-30B513F720D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844406-2BE5-7914-3E9D-FE0295F5E56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C8B61BC-391F-5993-7916-C197292E499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78174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731F-4DEA-1538-1567-700260B3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5045B7C-6A24-808E-00B6-04973FF95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17039"/>
              </p:ext>
            </p:extLst>
          </p:nvPr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036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921F6D-C68F-18AD-C12B-C67AF7DFE254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FEA838B-AFA3-B744-9D4B-E29AC1C45585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F7419B4-A718-7CCF-CC69-EA75C2A2827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6FCB65-65A6-8459-97DB-B3DC66978E0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824812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95D82-39B9-1F90-7766-28CE7EF2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B777FA3-0735-789E-00CD-5A170609B31A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 + 128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1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903692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EB5C25F2-E272-FA43-C530-736E95A7D671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533BF4-9A58-C616-C860-739B0530A0D6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523E67A-1BA0-F49A-0732-E54DE823B8E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EE10930-5B16-A472-E591-68A2FAF9A98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86380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C415B-3CB1-35C1-39A5-88EB1BF3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2B0990FD-9098-42BD-A486-6D455B58CC4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 + 128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56F18CA-8A76-F8E1-29E2-FB08C3880637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94BC71-DBBC-CBC8-5051-B8193C3F677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1FB4678-CB9D-16CB-A3FB-CB1C439EE4E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E890554-3B78-9B07-F999-E2F0226A30F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9377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A8C5-B14C-AC2A-2415-EFF72E36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06F9C440-43E1-3253-49F2-29266815C52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 + 128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17724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93B5F5DD-0336-03F0-31AF-2CC9DD542B73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C60C2B7-86FF-2120-A6C0-6D68674A345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76F59AA-75D7-CCB0-445C-8E96FBF639A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C549832-DD01-6C03-C09B-42AF6CAB930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36149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148E-7F0C-DADE-8AF0-7599BE88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CCBC085D-FB95-80B9-CDF8-E63367C97921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 + 4 + 8 + 16 + 128 + 256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00"/>
                        <a:t>2</a:t>
                      </a:r>
                      <a:r>
                        <a:rPr lang="it-IT" sz="2100" baseline="300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517724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4E3278-D756-E60F-C6A9-878E9C2213EF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5618811-E688-C031-8617-9F415F7A5FB0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CFA72E1-3C34-17B9-DE93-4E37B9F075C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550121F-2A59-F851-3294-24D3259F2C5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8598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0808D-9196-3EE7-C1EA-C4069421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1408E9D-8F71-C42A-E6BB-672CE0D0D903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150" b="0">
                          <a:solidFill>
                            <a:schemeClr val="tx1"/>
                          </a:solidFill>
                        </a:rPr>
                        <a:t>1+ 4 + 8 + 16 + 128 + 256 = 413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0DE510D-7094-BE3C-77A8-69D6515B2AD5}"/>
              </a:ext>
            </a:extLst>
          </p:cNvPr>
          <p:cNvSpPr txBox="1"/>
          <p:nvPr/>
        </p:nvSpPr>
        <p:spPr>
          <a:xfrm>
            <a:off x="5362534" y="211745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AB1406A-4EED-4780-0EBE-D188755BC92E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1DDCC3-166D-7C71-A5D2-E8AF4A88B12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E4B6D6-76C1-66F4-C141-ADA778A8954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octal,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48672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4BBC3-7339-6029-B0F8-B7175682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28051984-A1C8-FB61-EF5D-77747392EFC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6F10B6FD-8164-8A8A-4379-57F6BFFA2743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1B8F493F-36AC-1692-B307-A037C69B46F5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9E7BDC6-347F-6458-D494-CB26076169F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4174393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67C1-A15F-02AC-7E19-77A1462B5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627F9B10-AB40-5B1D-C418-A2CAA42EE9D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7F69108-7CA4-9A18-95F6-33B95D5252E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56553CFB-A83F-2CF1-697F-BF86866CF4A9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1A74D5C-4E1F-8692-DBF8-5574F2708168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9DD403D-6F91-9956-AA1B-AD9BF5BFE4C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3272446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1FD92-385E-B24A-1B49-95988B32A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343DE11B-EB75-2FC8-297E-5FBB870D36F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23BD7FB7-1A6F-806F-671B-530C63634652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049CDB-94D3-D66E-55B4-AA81FDD5B377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13AF50F-D7FD-75E5-18EE-1315F63E73D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E6907AC-D0C8-D849-B436-32B41716AC2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851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0F12F-4458-47F2-1E43-744F3A623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8451C288-BF54-4767-F37B-BAAAE79C43FE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E6022CF-DE8A-7071-331D-827772265D3D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171F84-7BC9-AA5A-94AF-132A671CED64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5EC49A7-AD34-045C-8230-0E91F695567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FD68383-D172-06E7-6B99-24E0216E0C4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625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AFCF-6D08-5C9C-7C21-DA00B1FC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F2E7723-B1BC-CC42-4913-3F9FB569C903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AEEDCC-28EB-8605-BDD3-7791400EAE57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F32F578-81E2-E736-9CA0-1C44EA178549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D958814-1DE4-1AB7-D048-990C061E320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668351E-C403-B0F4-961A-5B3D1C6F66A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9376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53798-73C1-2317-102E-9DA7B26D3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E9395AC-9B61-987F-0D00-20BD750B751C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5A7427-A74C-024A-59A0-83448D9B8C3D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661F43-5217-94C1-3E86-2618E0C9271B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2FFF9D6-430E-51D7-E5B4-715B1424075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E86FEB-3B7B-4872-8F0D-29AC8A45FD3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51465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FC17-A260-9018-5BA3-20310B8F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A3CEDF9D-9076-08B7-4806-D78A4F576C4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EFC48E-3F9D-B747-A3F2-114E8FC8713E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0A54906-1E6F-24B0-75CC-A2703128BBB2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D6AAE3A-4792-D37F-E6AD-5009ADC8056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AAB444-3F4F-ECAF-A297-451BB86D904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8836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708C3-4C79-50C6-B3D3-963F060F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4E301129-920B-7F1A-2C70-763E95BC96A9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58C5089D-7CD8-7739-D648-D70C59A0D069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D9C7D0B-6092-D6B1-739A-23EFF55BECD6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05C6AE8-1BA5-B8A4-670A-9BE46C28CB6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3E9D3F1-8150-F998-7A04-CD9EB79BA8D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1853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CBA5F-BD6C-B874-F076-4F41E0F0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2055B0F3-057A-C52C-AB3D-176ED21ED3BB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969CA1BE-4D1C-76F6-F13A-9FEF80FDFCF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79B2307-733D-FCEC-D26D-13C490EC01E5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2A848DC-BD07-B098-8492-2F1E26AA697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96C42-E20A-3C84-E650-C39A767B36E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, hexadecimal,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211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B7755-646C-69A2-2A8B-D332D736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9A31984C-E91B-A611-2307-4F6AD5C5F5C0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E7100F-30CD-F1E8-9212-FEE57020CB1D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6ECE758-A64D-ACF7-737B-3D0C05B84F4D}"/>
              </a:ext>
            </a:extLst>
          </p:cNvPr>
          <p:cNvSpPr txBox="1"/>
          <p:nvPr/>
        </p:nvSpPr>
        <p:spPr>
          <a:xfrm>
            <a:off x="5362534" y="255941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179D9F4-E941-210D-3C50-D74BEB0274C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F3A9F3B-9D73-876A-03E6-04597BA2A17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933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665F0-A820-DCCA-D404-68D0718D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7A22809B-D795-86E0-3AA8-BBACC9C96B1B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469DFA2-4DD5-3A95-8315-62AF5A67200E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059E61C-1FA3-F09F-2B78-BC801BE7D5F7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C85675F-EDB3-5B44-B7FA-7606B934D262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2A8C348-1AD8-DFB7-85BC-01E902376D0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4AF2A08-3374-FCDC-D888-5F159239BAE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794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BD428-DB84-8D6F-2C53-71BFCD20F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8949CBCF-0217-966C-33B8-1308752BCBCB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9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19C60F4E-4469-3596-8FA9-7546B73F2FAB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B49425D-1056-8A6B-10E3-6F1D9FCC4ED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EB182D4-CA6E-B54B-6BC0-BA5D0FCD1555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290E785-5852-E0D7-3030-7ADCFF5C097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DEF1595-D30D-4B8D-7189-2FEB0B134AF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57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CEE49-3478-913F-7761-4D1D13A28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DA96093C-E5D6-3A95-73E6-25AB46991CA3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12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348E0D00-9F07-393B-E338-E0EB3BDE8F6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8E68E1F-AA9C-4931-06EE-5111D522DE2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E2FB771-E2E9-F383-AF28-791BC3EBE021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900ED22-76F1-0999-24EC-2D62B766EF9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C44382-9397-CC43-C424-94D6BEF1D51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89153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CC8F0-1616-9ECD-1B24-CEEFF84D9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9E606E1D-A8B3-0813-84BF-35767215B16B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12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B12A000-0715-A3E8-4875-27D3823B3F2C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73083E5-F349-D9D7-A768-9BC0253A5C31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4D10D15-FBA9-07B7-1ADD-D380A542D76D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48173F-7CB5-B4BB-1EC2-3B723B9DD1D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6D733E-574B-E373-2BEF-9B150A34C5A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10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9C34-FDBC-460D-1DE4-82467787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B825059B-E758-2A4A-66B5-9B9CE22946D9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12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71F4F82E-4F69-C8D3-A46A-B7B2909AAB4F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C558C60-DF42-41A1-E043-91C688AC439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D34954B-B65C-01E7-42FF-28548B129AB7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B805C6-3E1C-F9F7-A3D4-0701F036E4A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2AD42E6-0ED1-7FD4-49D8-22B3EA27DF7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462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BF28-9B15-462D-66D7-213FD5BB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F3463B3B-440E-3CFC-FDF0-F17CA6F504C3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89F027A-1F6B-4C98-A26B-60C6EEAAA7B5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93CC687-DE06-B7A0-534F-0B1E2B39B541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C94F821-7DCC-829E-37A0-46D20854668B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8F15FD-8FFB-8BC6-3721-9AC8A1EA51F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6F08DB-0C32-308F-9403-8DFAB412D24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4702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FB24B-7214-BA18-E85B-1FE1F2AF0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EB2E3A28-B666-163D-F520-A77A03CCAEB6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F88A1B86-1520-1DE0-C400-ED8C76977A53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1A7433D-8BDB-B771-B24E-ABFBAEA73490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FBFB394-AD81-909D-96A9-B3D83095585E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1BC4004-7541-84C9-9C44-23E08279EAA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0C0A749-049C-ED21-FE1A-99757CAEA7C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6649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3BBBA-30AC-1091-A739-18193175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65EA1B4A-D665-C888-0D3F-CA29F4008C13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4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E897A6D-4C61-70C7-693D-F66B97166727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F1A9510-5FE6-67EC-5F6D-7822217FBA4F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5C98B29-C76B-F374-3092-5371EBF851CF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208AA9-112F-95F6-F277-82DB0BE1838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1D02A69-00FF-9F4E-9A7F-8C7CCE34C09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0227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9627E-CD76-1828-8D01-8515BE80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ella 21">
            <a:extLst>
              <a:ext uri="{FF2B5EF4-FFF2-40B4-BE49-F238E27FC236}">
                <a16:creationId xmlns:a16="http://schemas.microsoft.com/office/drawing/2014/main" id="{5F70CF02-1682-3EE6-99A3-8135727B0526}"/>
              </a:ext>
            </a:extLst>
          </p:cNvPr>
          <p:cNvGraphicFramePr>
            <a:graphicFrameLocks noGrp="1"/>
          </p:cNvGraphicFramePr>
          <p:nvPr/>
        </p:nvGraphicFramePr>
        <p:xfrm>
          <a:off x="475531" y="2042627"/>
          <a:ext cx="5184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>
                  <a:extLst>
                    <a:ext uri="{9D8B030D-6E8A-4147-A177-3AD203B41FA5}">
                      <a16:colId xmlns:a16="http://schemas.microsoft.com/office/drawing/2014/main" val="240311231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8990831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1895862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37902778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23233659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905238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746568627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212175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48778357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it-IT" sz="2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82375"/>
                  </a:ext>
                </a:extLst>
              </a:tr>
            </a:tbl>
          </a:graphicData>
        </a:graphic>
      </p:graphicFrame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90447573-1CB8-6F50-B894-A8FC19D36945}"/>
              </a:ext>
            </a:extLst>
          </p:cNvPr>
          <p:cNvSpPr txBox="1"/>
          <p:nvPr/>
        </p:nvSpPr>
        <p:spPr>
          <a:xfrm>
            <a:off x="5442787" y="2561614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baseline="-25000"/>
              <a:t>2</a:t>
            </a:r>
            <a:endParaRPr lang="it-IT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EB8E09C-71BB-C658-5EEA-15C3959BC371}"/>
              </a:ext>
            </a:extLst>
          </p:cNvPr>
          <p:cNvSpPr txBox="1"/>
          <p:nvPr/>
        </p:nvSpPr>
        <p:spPr>
          <a:xfrm>
            <a:off x="5442787" y="211745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7065FDE-046B-940A-A4E2-963ABB6EC525}"/>
              </a:ext>
            </a:extLst>
          </p:cNvPr>
          <p:cNvSpPr txBox="1"/>
          <p:nvPr/>
        </p:nvSpPr>
        <p:spPr>
          <a:xfrm>
            <a:off x="5362534" y="299629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25A462E-133F-013D-A819-9F754EF6200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2568407-2944-9C72-E022-154EE403B00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r>
              <a:rPr lang="en-US" sz="2200">
                <a:solidFill>
                  <a:sysClr val="windowText" lastClr="000000"/>
                </a:solidFill>
              </a:rPr>
              <a:t>, and 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0460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DCB4-8DBA-DFF1-3BE0-EA566FBF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8C84A25-BCCD-BAAC-87B2-4736ECD86D42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0B5C15-7423-8D5E-B225-E01AADBE534B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8DC957D-A9D3-9C9B-0DCB-4C5DDC9D9284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3765773-E704-FE68-3417-652DF375093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3B18500-DEB8-D133-7A13-D807A50CDD9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618128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B470-9B47-5EFA-C102-CB3F883E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42654D58-EF75-B1A7-8858-0EB1EAACDA7D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7819D9E0-069E-70F6-F3CE-9018E80CAF2F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A0F6EC7-EA24-3DD6-05BC-A36D39C89A30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34766BA-0701-3F67-B79F-B5FACEBEC12A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FB767F-3F9A-8A35-263F-AA22EDD5808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60012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BA44C-DA4A-EA72-3CCE-C9F6C9A4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46E499C2-89EF-FC34-DFEE-0388E4662BFA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8612444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182643A-0389-0B96-DE6B-5A08204FC601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0B894A4-98FB-FA06-F87D-73559E1140B2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8601A3-1E6A-51C1-F9E9-E07852B05A2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037AA6-F020-FD13-08DD-3A22015D5AFE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58599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82468-4FF1-F509-AD7D-AA88D93F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1E8F354B-B5D5-FBC4-2882-4E061DE6FEF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B7F61EBB-CE98-C35A-6815-4DBE26E0286D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5074BA70-13E3-8E1A-6048-0FE29837E400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E054634-D4CF-57E0-909B-961AFB2924E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EFCDA89-733B-40DE-3065-2B7531555D9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39498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83719-4775-9DF1-79A6-4261E74B9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1B7FE38D-3E1A-D0FD-7C2B-3690ED96C9A5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247896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036CC70C-13D5-1F05-C4A4-ECE8D24A9E3F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E76FC3A-89D0-CA40-98DB-29E335ED5E01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A5175F-6268-5A1C-CBF9-C5E88CF07C1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4CA500-2DA3-C7FB-3DE6-D525668F532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756807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BE88-869C-2D73-F544-4B1335CF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0FE043C0-B5EE-0FF1-1056-D835A59CDC8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 + 0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247896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12164215-E060-AEAD-DE36-20D284FB7819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E9C532D-2DEE-EDFB-75A7-6E45902884FE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442EF1A-12F8-69E8-5B0B-0B472F6A4AA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40A6979-BE96-1E33-38C6-7BF8F5263CB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429163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7D10-B46E-C5C4-FB5E-A14ACDC6F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25F2D8C-D3CF-E959-3D96-326A4E899D36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 + 0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9552658-7CC9-4A5A-2CD8-6941B7F235C6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52F9728-24E2-C189-135D-A2D182AB8F22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631E39B-1113-D45A-77E8-21644411B1E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42AB5A6-145B-396A-31E5-B410950D5D2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69111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6EBA4-6D2E-B716-0685-778325E68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603C3504-8B8E-38C4-5CF5-FB849BB9243A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 + 0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00120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9F70590B-AB13-71E9-993E-2B8951E46B44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6E2794FB-711C-F950-E368-8387886DE930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096D0E2-F6B4-38A1-E9D6-2D9119B9D33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CB9B281-25C5-FE10-A286-08D60A95378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99773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205D-B97A-C785-94D6-F240EE90E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261DB39-59FE-55EF-A7A8-0B1FE0C9C341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 + 0 + 448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000120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04CA0E7-2B05-6102-D839-2D3A92F43A3D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48D85EB-A17A-1FDB-07AD-CFC589A24607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313B879-96F3-1C12-F559-BC97A1D9B1B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6687C6E-2A8C-2E3A-31FE-E6699CD0FD78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640047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CC7CF-827C-56FB-82C6-0D70BACBD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6DF6E000-81FB-C1FC-14F9-8F702B997FD2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 + 0 + 448 = 450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8BBCB074-EE7B-89CA-5483-4C75FCF5A597}"/>
              </a:ext>
            </a:extLst>
          </p:cNvPr>
          <p:cNvSpPr txBox="1"/>
          <p:nvPr/>
        </p:nvSpPr>
        <p:spPr>
          <a:xfrm>
            <a:off x="5442787" y="2555200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8</a:t>
            </a:r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585BC92-9DE1-079D-8467-4F8486D48AE1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D120E49-8EAD-3A01-93FF-DB8406E9451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6718765-49A7-7B1A-52D5-761A7FA3BE4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binary, hexadecimal,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6706118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EBF2-AE85-1428-0298-BAABA5251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A6A73A1-B336-76FA-79E7-E3BE7EE43D5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58AF4265-70E8-19C6-F7E5-22CB36E51C11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D146260B-ACD7-89C2-1CAB-6A2A6375C472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3A0267-61EF-050B-1CB4-1B42E41C9E39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B9FF7211-A144-4E05-F643-74F58F8D0EF0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40540507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55868-EB9B-C846-E62A-4A1C423B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CD361E6-10EC-6AA2-0F82-D36D9A1CAAF9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69285E-BF42-1B61-246D-BC49A7C345B3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9644F77-128C-4927-15A3-8D9A4F74794A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938987B-DC2C-AE83-0905-F85013237D1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7D38691-4A8C-6753-82CE-C143F5DD0A1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3252433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49F4-4259-99E1-EF5A-69A104ED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6EF5667-82A6-B176-A27D-1969521BE86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84416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E628E18-BCED-28F5-CD7A-9F04778AC6C9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EB1A90C-B77F-20BC-AC4C-35096D301241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B366D53-4E48-267D-131D-BBF15EC94EC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3CF706D-63AD-997D-CC51-ACFC1D52EBD6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24792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F4F4D-9C7D-0FE8-268B-222E2F76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E0E85B78-2890-93E0-EE36-1CD041D18C8F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844163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39EB146D-44F0-ABB7-F8D5-F2C14A104A3A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48076A-C69E-DEE1-5C31-C26A4A64AB78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2AA056C-1CDA-44A6-AF1E-68ED840FC7D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1845F0-0121-2C68-0986-396F6054B67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067848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832A-3BB1-8AFB-19DE-C44B68DEC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3E4E9983-5DF1-9664-EAE4-926187D40A7A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4B0368-2049-3B17-CB06-DE95FE0D2053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D9CD94-6156-132E-04CB-3B034EB7330D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6D280B2-730B-62FD-53D6-FB6B2D0898A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2CFA149-8F98-1177-6699-C43A0B7405C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686498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846E-33C8-DBAC-A2C3-07A1AF9E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87C6A75-1D39-137F-1052-54982BCFFBD5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751359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0F98E9ED-EAE4-1A8E-83FD-DFD223B62891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08E7A38-478D-3F73-DC98-DAF6EDE06D8D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7764780-BD3D-64F3-2FCB-54930CD90DD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95198DE-00A1-8CDF-0BAC-891E2AF1FED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731827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5B648-F5C8-8E31-33AA-98CE6483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34C41CE-A935-FA86-CC6D-BD36D5031809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 + 160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751359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ED3ECC8-5170-D092-1C00-190F28525827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9846EF-19EE-AECA-69A7-C7DB30B87D8C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CFDB1C-D0C4-2DC9-2431-C710694AE23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844CCB6-D6FF-F4DB-64DD-E87B8E74231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677874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4269B-A784-5DF6-2ABB-35CB19D2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F05DEFB4-8138-345F-D348-41171DD1B29E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 + 160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1303BBEE-23D1-CEAD-DF32-0D0CB63A3C99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A3EDC4-0D83-ADC2-1874-8A5FC4659C74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3633259-DBD8-3905-826F-DDAEEE5A7AE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E923BB9-0ED4-818E-1519-D7C9C9436B9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135842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2974F-7629-7056-BCB2-1AC64ACA6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29E4C7DE-1EC8-AAA7-38F8-76C7069FA1E4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 + 160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162159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1E58704-66FF-6B42-69B0-DAF1CD745E66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438AE3-F267-9199-7959-C9306D8DC4D2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16A14D2-E937-6F72-C870-69249015A9D7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556A8C3-4A9D-357D-FAD7-AA89CBB4EFB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4633030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5E2A8-6611-AF79-B18A-53C10259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844BB74-1C70-32B0-443E-FD606B3BAC0C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 + 160 + 3328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it-IT" sz="2200" b="0" baseline="30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162159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CC293CDD-F260-A127-10C3-A33B80BBECCC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F780094-6B2B-E923-E76F-E442BDE19EE3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FE8E206-2BFF-076B-4AD4-9810C5276E6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1FC4154-DB10-4AA9-8D03-CFD83622B302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371539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3EF3-AF1E-2B81-75A3-331C6952D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55AC244-112D-8798-9D2A-9FB51C1EBA7E}"/>
              </a:ext>
            </a:extLst>
          </p:cNvPr>
          <p:cNvGraphicFramePr>
            <a:graphicFrameLocks noGrp="1"/>
          </p:cNvGraphicFramePr>
          <p:nvPr/>
        </p:nvGraphicFramePr>
        <p:xfrm>
          <a:off x="1771947" y="2042627"/>
          <a:ext cx="3888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996483756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75875660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276393140"/>
                    </a:ext>
                  </a:extLst>
                </a:gridCol>
              </a:tblGrid>
              <a:tr h="43200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 + 160 + 3328 = 3492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09573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276835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31B633B4-01CA-12A8-2103-8C7AD0D4A16B}"/>
              </a:ext>
            </a:extLst>
          </p:cNvPr>
          <p:cNvSpPr txBox="1"/>
          <p:nvPr/>
        </p:nvSpPr>
        <p:spPr>
          <a:xfrm>
            <a:off x="5362534" y="212080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857C1DE-41B1-DEEC-85CA-67D36CDDE777}"/>
              </a:ext>
            </a:extLst>
          </p:cNvPr>
          <p:cNvSpPr txBox="1"/>
          <p:nvPr/>
        </p:nvSpPr>
        <p:spPr>
          <a:xfrm>
            <a:off x="5362534" y="2558547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B195AA-7B96-3B53-194A-B7D480DE0B7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41B6ED5-BF84-2333-73DF-A7B9B02CBC5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1049575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59294-0F26-D868-CA38-FBE27EBF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A021B834-B50A-57F2-9E73-7A49ECA94E5E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1D2C82C-1DF6-258D-A020-36C93DF74A67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88453709-DBDF-D560-26F9-3874B44AC4F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0EBDB36-C0A0-D299-77A5-0809B196645B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24280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A7E5-F687-EDFA-7A1D-7C97D4F65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7E0FFE82-128D-B349-5A0C-0E93D25116BD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56530744-1102-ACF0-8AA5-B4E31416A794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68836CAF-7EEA-2A04-7BF9-A716C30DE379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2B34E-3A70-AE02-904C-95542C8F8F54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2334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330B4-53A6-F827-034F-47A16E77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C7A2C82D-35F3-A80A-3E5F-A18EEAF5B57D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65D78F9-11D0-CF74-FF16-C3928D833193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BE68745D-2ABC-378A-60D6-22074E76511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B60091-2E3B-E210-34DA-14AD33DCE763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822199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1670-CE73-40D9-DF6B-37741001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19B739C6-2FD2-5831-F265-0BE77C5CFB2E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EB88C9B-B1D6-7094-833B-8209B7F68909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60EF20E4-6A0F-B4BB-BB00-CD206033FC18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3D4E271-24E8-8E65-0919-C572F2665BB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7885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E49D-0B09-1A02-AD42-94CDEC0E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B53CAE79-BDF0-AD53-DA15-AD898960FFFF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54C9E92-D809-160C-23EF-78E5ECDC8F1A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58F85A-7A6A-E986-016C-9758901E3A2C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4EAE3C6-0B5F-7AC5-86C3-E91DC9290A3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59718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30A89-F326-BDB2-137F-31DD78760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DD73413D-D789-6925-EB94-E7BCA01F4830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4B39D2E6-084C-CCFD-94F9-FC0B49EC453E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690293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2D546244-875D-BC98-78E1-D1332947100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F22690-D479-09E8-774E-2952FC1D777F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018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ACFF-9835-D3B3-AC69-81DA0C91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5CD32ACF-734D-DEAC-318C-33D0CB24DF40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24AD627-7539-E87A-3A5C-839F8889D83D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178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24784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4A94643D-644E-A180-DB90-BCE7D7AE811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FFAF26-1836-6FC9-2CA4-AC0D4A56EDD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9617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D6E88-E228-A71F-6DE8-AF1B17CF8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0794DC87-D4C2-B07B-0F1A-607BFFA99EEC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B1BDD46-DBBE-36CC-D315-C218CE0A1072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178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734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512833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24641B-5B6F-B150-DFB9-F46AF342A45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C152719-C928-A697-4565-6BD00030DF0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3212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1D13C-121C-5F85-3FDA-8803A25B5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2C6EC111-6813-2180-CA45-BED3FB655A13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0177D5D-5C7D-794E-5739-F795453F6647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178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734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896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0152432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E2EF5AC1-B7C5-97CF-A1EC-1B035FC6A5A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533349-63A7-3AFF-DE85-5970629DFB1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4203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D1BE8-B846-26B1-9E3E-8852AE79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44C65F45-98E4-139C-5AE6-E9CBEEF567D7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4412DCA-10A7-3A3C-71EA-0701ADB9ADDD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178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734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896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294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428198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CC9AB44D-2459-A0E5-4C07-7AF4104F2E4F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44F8C4-399B-690B-0C00-54B98307A42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7365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68AD2-A422-4285-A3BC-F63DF025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6BB972F0-AE8F-77B6-349F-3254D9CFF2C2}"/>
              </a:ext>
            </a:extLst>
          </p:cNvPr>
          <p:cNvSpPr txBox="1"/>
          <p:nvPr/>
        </p:nvSpPr>
        <p:spPr>
          <a:xfrm>
            <a:off x="4749684" y="1947701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B16CE28-243B-14B0-2BFA-1567C7FA1C49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binary</a:t>
            </a:r>
            <a:r>
              <a:rPr lang="en-US" sz="2200">
                <a:solidFill>
                  <a:sysClr val="windowText" lastClr="000000"/>
                </a:solidFill>
              </a:rPr>
              <a:t> and hexadecimal</a:t>
            </a:r>
            <a:endParaRPr lang="it-IT" sz="2200">
              <a:solidFill>
                <a:sysClr val="windowText" lastClr="000000"/>
              </a:solidFill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805DFBFC-5B6A-A8F4-333B-C07529F32E15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74831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38460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46962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41784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27341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18967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5294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428198"/>
                  </a:ext>
                </a:extLst>
              </a:tr>
            </a:tbl>
          </a:graphicData>
        </a:graphic>
      </p:graphicFrame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EBC98B8A-C254-DA9E-0DFF-494E7599841D}"/>
              </a:ext>
            </a:extLst>
          </p:cNvPr>
          <p:cNvCxnSpPr>
            <a:cxnSpLocks/>
          </p:cNvCxnSpPr>
          <p:nvPr/>
        </p:nvCxnSpPr>
        <p:spPr>
          <a:xfrm flipV="1">
            <a:off x="7208196" y="2317033"/>
            <a:ext cx="0" cy="2283831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1842D44-CC1C-3D51-F2CE-EC1EE79DA3C9}"/>
              </a:ext>
            </a:extLst>
          </p:cNvPr>
          <p:cNvSpPr txBox="1"/>
          <p:nvPr/>
        </p:nvSpPr>
        <p:spPr>
          <a:xfrm>
            <a:off x="8048440" y="3112850"/>
            <a:ext cx="2791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/>
              <a:t>11001101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2CF2CA3-0F38-4A93-2986-C3B997134D46}"/>
              </a:ext>
            </a:extLst>
          </p:cNvPr>
          <p:cNvSpPr txBox="1"/>
          <p:nvPr/>
        </p:nvSpPr>
        <p:spPr>
          <a:xfrm>
            <a:off x="9276693" y="317440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2</a:t>
            </a:r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34CA346-CFAC-83A5-4D1D-6151D8130861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153258395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361EE-6217-AB91-C6C6-11AE61AD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0D9DB704-878E-137A-0FF2-A3ED9D09DF53}"/>
              </a:ext>
            </a:extLst>
          </p:cNvPr>
          <p:cNvSpPr txBox="1"/>
          <p:nvPr/>
        </p:nvSpPr>
        <p:spPr>
          <a:xfrm>
            <a:off x="4632952" y="1928245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10</a:t>
            </a:r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4D15693-7B0C-BB98-29EE-FB92B992B25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F0D42DDB-900E-78ED-6BDF-8D375C84800D}"/>
              </a:ext>
            </a:extLst>
          </p:cNvPr>
          <p:cNvGraphicFramePr>
            <a:graphicFrameLocks noGrp="1"/>
          </p:cNvGraphicFramePr>
          <p:nvPr/>
        </p:nvGraphicFramePr>
        <p:xfrm>
          <a:off x="3775953" y="1836393"/>
          <a:ext cx="2592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205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</a:tbl>
          </a:graphicData>
        </a:graphic>
      </p:graphicFrame>
      <p:pic>
        <p:nvPicPr>
          <p:cNvPr id="2052" name="Picture 4">
            <a:extLst>
              <a:ext uri="{FF2B5EF4-FFF2-40B4-BE49-F238E27FC236}">
                <a16:creationId xmlns:a16="http://schemas.microsoft.com/office/drawing/2014/main" id="{63BED341-3827-D7F9-1DE0-693A6A8B2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261" y="2753164"/>
            <a:ext cx="3264651" cy="326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FBE81B5-A058-3E40-4AEE-D03C84E52DC8}"/>
              </a:ext>
            </a:extLst>
          </p:cNvPr>
          <p:cNvSpPr txBox="1"/>
          <p:nvPr/>
        </p:nvSpPr>
        <p:spPr>
          <a:xfrm>
            <a:off x="2828261" y="4667753"/>
            <a:ext cx="1607552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1600"/>
              <a:t>10 ➡️ 2 ➡️ 16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9DAC9E3-CFE2-7D0C-3DB9-73E976218DE8}"/>
              </a:ext>
            </a:extLst>
          </p:cNvPr>
          <p:cNvSpPr txBox="1"/>
          <p:nvPr/>
        </p:nvSpPr>
        <p:spPr>
          <a:xfrm>
            <a:off x="4435813" y="4667753"/>
            <a:ext cx="1657099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1600"/>
              <a:t>10 ➡️ 16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7657CFC-019E-00B9-EA0C-2E99EF418BA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</p:spTree>
    <p:extLst>
      <p:ext uri="{BB962C8B-B14F-4D97-AF65-F5344CB8AC3E}">
        <p14:creationId xmlns:p14="http://schemas.microsoft.com/office/powerpoint/2010/main" val="30794950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DAEF-A680-4CC7-88F6-4ED9E2B6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29F3AA3-DA25-A98A-A362-1527F0B4C7F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F0542D26-59ED-4768-F1B5-36E9EFBAE8EB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0DDAB0-98E5-79AF-6A8B-E8F06A3320A5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6086137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8DAF-89C0-92A4-7C78-FA79948E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BFA2DBA5-81CF-FDFF-4546-ABC842CEA48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BC36B3E4-3FE7-9A85-B8EE-4BA93EC0F3E6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6729BFE-3425-447E-9E51-991F7C2FECBA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989998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39F7-6456-7C3E-EF6D-115B7FE61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0C87A028-37F4-D18A-08FD-E0DB7D58465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CBD07C-CFCD-476A-B073-DED84D2886D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D3AE311-E9DA-2F48-C61B-F6643CE22547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9519736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9DF25-B373-6F8C-5337-3723AD504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61EFB75-42D4-27C2-69DC-3C3A32CF5D9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65835261-C059-0B27-ABDA-DE5D338D0EF5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FBD89D-EF9E-6B13-D4D5-B6A2EF6BB430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0494630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7FB37-1548-F1F6-C3C7-6A6BF776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09D9201-C266-3E05-2B42-B1A8507E3B0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323024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BE75CCB8-DE08-CFAB-F116-B21536C059B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0CC276-477A-AB91-994E-8FECB2D10CB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222853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EF49-62D6-7B94-E7F3-F548ED4CE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AD768C4-83F2-8721-4203-9269E0FF94F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323024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539F0DFC-3901-CF57-43EB-F5EEB8308224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7E2137-9BAA-C072-B241-9013125CD14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085712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864FA-C8B5-A2C9-4B47-5D6E6E54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D86140FE-AEF8-D53E-140E-C4423693F24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299987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CE8BFA83-0671-F834-09BD-EECFCBFD1A1D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FF9F908-87DF-75AC-3FEF-93563F4B7C8D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7427991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AD557-EF0F-5623-5B58-DAB6C7D7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A3A975FD-A7D3-52A7-C393-1F922F6371E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299987"/>
                  </a:ext>
                </a:extLst>
              </a:tr>
            </a:tbl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BBD0E8A0-7F24-F6F6-8222-47BA08B2E612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3877215-EC1F-55E6-ACAA-7258DE321DBC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3889923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9D1AB-695E-B612-1FDC-1062EF3F7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F1A8B1C4-9A41-0982-042F-91962ABB0A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252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93070982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9286198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54491624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34205715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12304411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43776886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36344068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167783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99971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67432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62673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2999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3939827"/>
                  </a:ext>
                </a:extLst>
              </a:tr>
            </a:tbl>
          </a:graphicData>
        </a:graphic>
      </p:graphicFrame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F20D1EE7-15D3-F9F7-CCB3-0B7DB6382936}"/>
              </a:ext>
            </a:extLst>
          </p:cNvPr>
          <p:cNvCxnSpPr>
            <a:cxnSpLocks/>
          </p:cNvCxnSpPr>
          <p:nvPr/>
        </p:nvCxnSpPr>
        <p:spPr>
          <a:xfrm flipH="1" flipV="1">
            <a:off x="1001949" y="4692502"/>
            <a:ext cx="1361872" cy="417707"/>
          </a:xfrm>
          <a:prstGeom prst="straightConnector1">
            <a:avLst/>
          </a:prstGeom>
          <a:ln w="2857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2BD9015-9F9D-5334-A64A-09CCA8D5555E}"/>
              </a:ext>
            </a:extLst>
          </p:cNvPr>
          <p:cNvSpPr txBox="1"/>
          <p:nvPr/>
        </p:nvSpPr>
        <p:spPr>
          <a:xfrm>
            <a:off x="4097931" y="4532024"/>
            <a:ext cx="6174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aseline="-25000"/>
              <a:t>16</a:t>
            </a:r>
            <a:endParaRPr lang="it-IT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B9A1FD5F-D44F-D188-E0E6-73F7F2570FC9}"/>
              </a:ext>
            </a:extLst>
          </p:cNvPr>
          <p:cNvGraphicFramePr>
            <a:graphicFrameLocks noGrp="1"/>
          </p:cNvGraphicFramePr>
          <p:nvPr/>
        </p:nvGraphicFramePr>
        <p:xfrm>
          <a:off x="3231204" y="4440172"/>
          <a:ext cx="2592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13119526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04103420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/>
                      <a:r>
                        <a:rPr lang="it-IT" sz="2200" b="0">
                          <a:solidFill>
                            <a:schemeClr val="tx1"/>
                          </a:solidFill>
                        </a:rPr>
                        <a:t>CD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it-IT" sz="22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115976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A1DDDFC8-590D-EB8E-488C-30F0BD11D36E}"/>
              </a:ext>
            </a:extLst>
          </p:cNvPr>
          <p:cNvSpPr txBox="1"/>
          <p:nvPr/>
        </p:nvSpPr>
        <p:spPr>
          <a:xfrm>
            <a:off x="182879" y="152400"/>
            <a:ext cx="11820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b="1"/>
              <a:t>Base </a:t>
            </a:r>
            <a:r>
              <a:rPr lang="it-IT" sz="3600" b="1" err="1"/>
              <a:t>conversion</a:t>
            </a:r>
            <a:endParaRPr lang="it-IT" sz="3600" b="1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93F1671-4511-46AF-112E-455ACD45FF81}"/>
              </a:ext>
            </a:extLst>
          </p:cNvPr>
          <p:cNvSpPr txBox="1"/>
          <p:nvPr/>
        </p:nvSpPr>
        <p:spPr>
          <a:xfrm>
            <a:off x="182878" y="911007"/>
            <a:ext cx="117144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solidFill>
                  <a:sysClr val="windowText" lastClr="000000"/>
                </a:solidFill>
              </a:rPr>
              <a:t>Convert the following number into binary and </a:t>
            </a:r>
            <a:r>
              <a:rPr lang="en-US" sz="2200">
                <a:solidFill>
                  <a:sysClr val="windowText" lastClr="000000"/>
                </a:solidFill>
                <a:highlight>
                  <a:srgbClr val="FFFF00"/>
                </a:highlight>
              </a:rPr>
              <a:t>hexadecimal</a:t>
            </a:r>
            <a:endParaRPr lang="it-IT" sz="2200">
              <a:solidFill>
                <a:sysClr val="windowText" lastClr="00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05332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9FA87A72B8FA458B8499D3C33A64D9" ma:contentTypeVersion="14" ma:contentTypeDescription="Creare un nuovo documento." ma:contentTypeScope="" ma:versionID="243e0ccaa4e6de0133d9291014e7dca1">
  <xsd:schema xmlns:xsd="http://www.w3.org/2001/XMLSchema" xmlns:xs="http://www.w3.org/2001/XMLSchema" xmlns:p="http://schemas.microsoft.com/office/2006/metadata/properties" xmlns:ns3="73cdcc7e-0db4-4d6f-9752-577853f10653" xmlns:ns4="b7b338cc-af36-421f-920d-2f6875eb63d8" targetNamespace="http://schemas.microsoft.com/office/2006/metadata/properties" ma:root="true" ma:fieldsID="6fe1eba5a05770dafbc632a054f4276d" ns3:_="" ns4:_="">
    <xsd:import namespace="73cdcc7e-0db4-4d6f-9752-577853f10653"/>
    <xsd:import namespace="b7b338cc-af36-421f-920d-2f6875eb63d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cdcc7e-0db4-4d6f-9752-577853f106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b338cc-af36-421f-920d-2f6875eb63d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cdcc7e-0db4-4d6f-9752-577853f10653" xsi:nil="true"/>
  </documentManagement>
</p:properties>
</file>

<file path=customXml/itemProps1.xml><?xml version="1.0" encoding="utf-8"?>
<ds:datastoreItem xmlns:ds="http://schemas.openxmlformats.org/officeDocument/2006/customXml" ds:itemID="{3D74FBF4-EA0F-48D3-B5B5-BC6333B66F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F41F8E-D04B-4430-8802-FB528C9C4607}">
  <ds:schemaRefs>
    <ds:schemaRef ds:uri="73cdcc7e-0db4-4d6f-9752-577853f10653"/>
    <ds:schemaRef ds:uri="b7b338cc-af36-421f-920d-2f6875eb63d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3CB9FD-7D5F-4108-A84F-CDEC9B8E8A61}">
  <ds:schemaRefs>
    <ds:schemaRef ds:uri="73cdcc7e-0db4-4d6f-9752-577853f10653"/>
    <ds:schemaRef ds:uri="b7b338cc-af36-421f-920d-2f6875eb63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102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102</vt:i4>
      </vt:variant>
    </vt:vector>
  </HeadingPairs>
  <TitlesOfParts>
    <vt:vector size="103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maurizio fiusco</dc:creator>
  <cp:revision>2</cp:revision>
  <dcterms:created xsi:type="dcterms:W3CDTF">2025-04-01T09:19:11Z</dcterms:created>
  <dcterms:modified xsi:type="dcterms:W3CDTF">2025-04-28T07:08:18Z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0x0101005E9FA87A72B8FA458B8499D3C33A64D9</vt:lpwstr>
  </property>
</Properties>
</file>