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39" r:id="rId5"/>
    <p:sldId id="336" r:id="rId6"/>
    <p:sldId id="557" r:id="rId7"/>
    <p:sldId id="558" r:id="rId8"/>
    <p:sldId id="560" r:id="rId9"/>
    <p:sldId id="564" r:id="rId10"/>
    <p:sldId id="561" r:id="rId11"/>
    <p:sldId id="562" r:id="rId12"/>
    <p:sldId id="563" r:id="rId13"/>
    <p:sldId id="569" r:id="rId14"/>
    <p:sldId id="566" r:id="rId15"/>
    <p:sldId id="565" r:id="rId16"/>
    <p:sldId id="570" r:id="rId17"/>
    <p:sldId id="571" r:id="rId18"/>
    <p:sldId id="567" r:id="rId19"/>
    <p:sldId id="572" r:id="rId20"/>
    <p:sldId id="599" r:id="rId21"/>
    <p:sldId id="574" r:id="rId22"/>
    <p:sldId id="576" r:id="rId23"/>
    <p:sldId id="575" r:id="rId24"/>
    <p:sldId id="577" r:id="rId25"/>
    <p:sldId id="578" r:id="rId26"/>
    <p:sldId id="579" r:id="rId27"/>
    <p:sldId id="580" r:id="rId28"/>
    <p:sldId id="581" r:id="rId29"/>
    <p:sldId id="268" r:id="rId30"/>
    <p:sldId id="270" r:id="rId31"/>
    <p:sldId id="271" r:id="rId32"/>
    <p:sldId id="341" r:id="rId33"/>
    <p:sldId id="272" r:id="rId34"/>
    <p:sldId id="342" r:id="rId35"/>
    <p:sldId id="273" r:id="rId36"/>
    <p:sldId id="343" r:id="rId37"/>
    <p:sldId id="274" r:id="rId38"/>
    <p:sldId id="344" r:id="rId39"/>
    <p:sldId id="275" r:id="rId40"/>
    <p:sldId id="345" r:id="rId41"/>
    <p:sldId id="277" r:id="rId42"/>
    <p:sldId id="278" r:id="rId43"/>
    <p:sldId id="281" r:id="rId44"/>
    <p:sldId id="280" r:id="rId45"/>
    <p:sldId id="282" r:id="rId4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3C8D14-0AC1-31AD-BD7A-50D34D667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07529E0-0F21-6561-C7EA-BABDDD756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1237983-DBE8-FC32-2EB6-B330227FD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1C97-2800-4FAE-8E37-645B279DBF7E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B1A3C2-949F-7E9A-057D-EBD17C0A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9EF77B-8FDA-781E-20E4-9CFD812EC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C61BC-E537-435E-A994-E6B560D028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2611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4C8F3D-CAC1-1A11-8287-E9767445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DAFF3C-B380-1D56-2231-55290A938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23EF07-BEB2-A74F-246A-2C614916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1C97-2800-4FAE-8E37-645B279DBF7E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36AA79-0F26-9FF9-83CC-9A58A7C5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0BFF13-C8BC-281E-1A58-C9ED8EC25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C61BC-E537-435E-A994-E6B560D028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8302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4EF2F2-7F18-D38F-3988-D5EEBBC4B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172152D-8D64-745D-E906-303AE7E87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6B9B6A-07B2-3088-CEA7-03FE9376C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1C97-2800-4FAE-8E37-645B279DBF7E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17E0F5-19CE-EC16-CA5F-536BEC011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2B7B95-7358-6237-A01C-B0C6F728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C61BC-E537-435E-A994-E6B560D028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420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C4A57A-1794-9723-9C3B-AA26A6331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A6A1E3-90A5-0321-AE7A-9813A59D4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15DB6C5-F676-BA53-3AA4-12DB8A727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912DD8A-D3C2-873C-69DD-DE6BC4B6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1C97-2800-4FAE-8E37-645B279DBF7E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0756748-A87A-03B9-214E-CBF17AA8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3033900-A9E5-23D3-8A8D-2E9DCE4B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C61BC-E537-435E-A994-E6B560D028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59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743551-5D2A-52FE-0B99-E799FF837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F07825A-E291-812C-5462-68767048F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D4686D8-6296-097F-3838-440590C8D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29870DE-8576-E97B-6247-A594214BB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EDD635E-2D7B-2D35-3151-143E2A0FA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41DD154-0A65-ECD9-1E06-1EF6DE835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1C97-2800-4FAE-8E37-645B279DBF7E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BBC7154-677F-CEEC-1CB2-4C20726CE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DD61FCE-284F-4386-A2A3-EDB35E0B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C61BC-E537-435E-A994-E6B560D028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197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573D68-54F6-5798-AD44-6A59CCA5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3044A24-8DE3-4B63-A7BC-C144C0683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1C97-2800-4FAE-8E37-645B279DBF7E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C3298A6-5BAE-905A-8025-6FEE5337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786348E-7EC4-31C2-46B1-C154A2D6C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C61BC-E537-435E-A994-E6B560D028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8138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0C392CA-FD1C-7CF0-ADDD-A4EEC33D6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1C97-2800-4FAE-8E37-645B279DBF7E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6C83496-5048-5F52-6C48-F18874B29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6CE2C3-AA76-19E7-944E-2C04D790E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C61BC-E537-435E-A994-E6B560D028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645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2E42EA-3FB9-CB2F-E899-4861D8152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47A651-F61E-15E0-5E15-2D3047E50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35B19C6-58EF-FDB3-2D54-2E233D3C1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545650E-CB2F-18CB-C455-018038149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1C97-2800-4FAE-8E37-645B279DBF7E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61A90BF-C34E-2F92-04F7-698E1B86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ACB3769-DC6E-9264-930F-3A41C9C5A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C61BC-E537-435E-A994-E6B560D028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8227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94E28A-3297-020B-1141-5A0F65C02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56D2A30-418C-3D91-1124-72D3764EBB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64E2642-1963-A043-B708-428B2191D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A8E5659-E913-27EE-7741-69E531F3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1C97-2800-4FAE-8E37-645B279DBF7E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45F08F8-4730-6A87-EC8E-240A9BD62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5A3A9BF-E37E-D69E-698C-67F61CF71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C61BC-E537-435E-A994-E6B560D028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3687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C9E07E-EE02-BF99-DA73-B20E51D6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375996D-967A-1674-4A5F-13DB91D32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B1B6753-7514-C963-FCC5-324D6F966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1C97-2800-4FAE-8E37-645B279DBF7E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3AA5E8-1586-B2E9-C0AA-8CC06BB9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55A333-FA38-02B4-62C9-F5A4D494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C61BC-E537-435E-A994-E6B560D028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3148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E464BBF-A811-01BC-AFCD-477D0D0CC4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2B41C71-7761-C004-4683-751C52448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D94629-DCE5-F184-B79F-297090020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1C97-2800-4FAE-8E37-645B279DBF7E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6CD0B0-7E13-986E-4E4A-663825451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ECB362C-2DD0-9D8B-D075-CF1076F9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C61BC-E537-435E-A994-E6B560D028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0301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DBB390F-F752-8D4B-D58A-B2FAF5EFF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A92E1B-E831-1E2B-D6DB-AE34A7C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E4790A-FCB4-341D-8ABB-F84385FD4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E61C97-2800-4FAE-8E37-645B279DBF7E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99042B-7F92-114B-9354-02C3B385A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DA9F6B1-DD3B-8756-012A-F7B7AB97D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C61BC-E537-435E-A994-E6B560D028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116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Relationship Id="rId9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11.png"/><Relationship Id="rId4" Type="http://schemas.openxmlformats.org/officeDocument/2006/relationships/image" Target="../media/image69.png"/><Relationship Id="rId9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0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Relationship Id="rId9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0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Relationship Id="rId9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12" Type="http://schemas.openxmlformats.org/officeDocument/2006/relationships/image" Target="../media/image8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0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Relationship Id="rId9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12" Type="http://schemas.openxmlformats.org/officeDocument/2006/relationships/image" Target="../media/image8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0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Relationship Id="rId9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4.png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12" Type="http://schemas.openxmlformats.org/officeDocument/2006/relationships/image" Target="../media/image8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0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Relationship Id="rId9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4.png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12" Type="http://schemas.openxmlformats.org/officeDocument/2006/relationships/image" Target="../media/image8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0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Relationship Id="rId9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4.png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12" Type="http://schemas.openxmlformats.org/officeDocument/2006/relationships/image" Target="../media/image86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0.png"/><Relationship Id="rId5" Type="http://schemas.openxmlformats.org/officeDocument/2006/relationships/image" Target="../media/image72.png"/><Relationship Id="rId4" Type="http://schemas.openxmlformats.org/officeDocument/2006/relationships/image" Target="../media/image69.png"/><Relationship Id="rId9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AC185-97BE-B920-276E-235D9C291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7BBC5E2B-65A9-D22E-EB80-3A121E926C94}"/>
              </a:ext>
            </a:extLst>
          </p:cNvPr>
          <p:cNvSpPr txBox="1"/>
          <p:nvPr/>
        </p:nvSpPr>
        <p:spPr>
          <a:xfrm>
            <a:off x="0" y="1294713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i="0" dirty="0">
                <a:effectLst/>
              </a:rPr>
              <a:t>COMPUTER SYSTEMS ARCHITECTURE </a:t>
            </a:r>
            <a:r>
              <a:rPr lang="it-IT" sz="5400" b="1" i="0" dirty="0">
                <a:effectLst/>
              </a:rPr>
              <a:t>(3)</a:t>
            </a:r>
            <a:endParaRPr lang="it-IT" sz="5400" b="1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3E5654E7-AF97-A47A-4F25-ABBC0D5B4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803" y="3202932"/>
            <a:ext cx="6316394" cy="1506943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F9DA763-DD14-D001-C9C2-41431F90FA36}"/>
              </a:ext>
            </a:extLst>
          </p:cNvPr>
          <p:cNvSpPr txBox="1"/>
          <p:nvPr/>
        </p:nvSpPr>
        <p:spPr>
          <a:xfrm>
            <a:off x="4274574" y="2479655"/>
            <a:ext cx="3642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Maurizio Fiusco</a:t>
            </a:r>
          </a:p>
        </p:txBody>
      </p:sp>
    </p:spTree>
    <p:extLst>
      <p:ext uri="{BB962C8B-B14F-4D97-AF65-F5344CB8AC3E}">
        <p14:creationId xmlns:p14="http://schemas.microsoft.com/office/powerpoint/2010/main" val="420682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3D1F-25BD-32E3-278A-0B52C14F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0D329E7-EA35-39A9-DF52-B7F2F9DD243D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7E2E673-B28E-40D4-12A6-2707F547A6CD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7E2E673-B28E-40D4-12A6-2707F547A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54EAC0-D84E-DD83-840D-C4E184ECB4EF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4486BFB-D48A-3097-6020-1CFD33D913C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701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284D3-692E-B3DC-6149-30B65EA0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554CA744-6F19-27A5-249B-EEB25F5F849F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2C4DAC4E-A6CD-BD47-878D-97DBB70488DA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2C4DAC4E-A6CD-BD47-878D-97DBB7048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411A6EF7-B503-286D-5DB9-F94E401152A2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411A6EF7-B503-286D-5DB9-F94E40115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A840CA92-4F72-E8C1-167F-9D78AF660B28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A8D0879-D6F8-5271-CBC6-B930529B650D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066F595-FD5C-647D-ECF0-09334B84521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7990B22-FBCF-5D23-5E65-47E22CC90DE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078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B596C-9164-72FD-BA0E-4B71A3E01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EBB8760-E388-C7E4-C9BA-15D12A37430C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960430A-3DA2-A840-8C52-5FFA5EC160ED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960430A-3DA2-A840-8C52-5FFA5EC16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2A00BA72-F673-E271-0E3D-DC777DA64890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</a:rPr>
                      <m:t>(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</a:rPr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highlight>
                              <a:srgbClr val="FFFF00"/>
                            </a:highlight>
                          </a:rPr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</a:rPr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2A00BA72-F673-E271-0E3D-DC777DA64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C8A4DD43-4F18-0578-1986-E91A726DFBFD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4750DDD-CCA7-4C9B-11B9-AAAFF8CD544E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CE3940-C1B5-D085-4D11-017915B0BCA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F4CCA3A-8673-8A36-9F12-E7072ECAA1E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46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BE8C-DE6D-51E1-8CAD-F937D5DC5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5F1925A3-7501-ABD8-424B-8C2C4B38F34B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3CB09C94-1617-F627-15D8-FF7A82B24DAD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3CB09C94-1617-F627-15D8-FF7A82B24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F1A2694-B7BE-1A56-A735-127C60312DE0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</a:rPr>
                      <m:t>(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</a:rPr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highlight>
                              <a:srgbClr val="FFFF00"/>
                            </a:highlight>
                          </a:rPr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</a:rPr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F1A2694-B7BE-1A56-A735-127C60312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0D7B5659-071B-7BEC-B30D-621F1DB2518C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C016A104-F41B-49B4-17DE-EFF977BC995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205FB46C-0779-18F0-DD8D-9A8C2A6A6E40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205FB46C-0779-18F0-DD8D-9A8C2A6A6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C321118-8D82-2AA1-C989-1E9AF966D4F3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C51ED35-EF7A-02E1-241C-F964510604AC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041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BCF62-28B3-88A1-BE1C-9773E72D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291CD098-24E6-F226-9A07-55E9D7E67CA3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6374938-8218-173B-54EE-C3DD612264E7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6374938-8218-173B-54EE-C3DD61226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93C0599-FB9E-F764-27E2-62460D0E790F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93C0599-FB9E-F764-27E2-62460D0E7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2E2C8032-AC17-FEE3-BE3B-ADA183E3CE0E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11AAF10B-2005-CCC2-F346-B0A4412EBF7C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F6569E4-8995-EB88-4CB8-CA5CF26FB9A8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F6569E4-8995-EB88-4CB8-CA5CF26FB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DE2F6F9-F08A-EC5B-96F7-BD80F2F62D0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D655E6E-73ED-3B8A-A1E1-5759E2CE0AE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68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C681-2045-3FF3-F51C-50C4EB1F9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8A8A709-FD6A-284C-5A7D-7BD049E03F24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20D8F83-F127-C611-5276-9B13DA97E36F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20D8F83-F127-C611-5276-9B13DA97E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4979B261-3AD9-7D67-6152-1E895A7EE141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4979B261-3AD9-7D67-6152-1E895A7EE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A5F28796-6063-E7C2-3796-88AA971ACFAD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69F929F-F09D-B346-455F-DAD0621F4553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713806C-7497-2254-FF95-F15A0EDDF052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713806C-7497-2254-FF95-F15A0EDDF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t="-1786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D4621E3-20F5-3E19-0325-6B09DC48E84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BC7F201-57C3-BD09-527D-D2A8268027B2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367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5452-28DA-B860-BF84-289F5217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2D11581-E9B8-0E92-1726-A205AFFFCD0F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3D3FCC14-BF45-3932-09C3-E150DD53E650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3D3FCC14-BF45-3932-09C3-E150DD53E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7FF6EC78-C4BA-1418-6227-4C6D1BF0807E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7FF6EC78-C4BA-1418-6227-4C6D1BF08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6BE5D6FB-C08C-9F68-7702-6F7BF091F808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2750699-AEC8-2658-0DE6-B80E45A7EFFF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D97C754-688C-69E1-54BC-56EDA2DD8457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D97C754-688C-69E1-54BC-56EDA2DD8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t="-1786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B9C09A20-78FE-D234-EC2C-96BEFC9E9E91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B9C09A20-78FE-D234-EC2C-96BEFC9E9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2D12E7-D7F5-4D79-FD21-2DC1BE4FDC80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554A7E5-BD40-A7FE-AF10-A3152B63EA8A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124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72D2-8168-2B38-EC56-F03D4C72A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A23040E4-A79F-518F-891E-05BAFBC1EE3B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2CF63C50-40E0-B5B0-6EFF-47969437C511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2CF63C50-40E0-B5B0-6EFF-47969437C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BCEB544-25E4-EAA9-E2DE-F671E393ADF5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BCEB544-25E4-EAA9-E2DE-F671E393A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D37BF9A7-F9C2-1913-0613-F01D12DA5F31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4E9239EC-7D22-43F3-C0D1-850976DCE2A4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1F16ED76-4C95-E4C9-EED8-FBD647DBAB8D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1F16ED76-4C95-E4C9-EED8-FBD647DBA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t="-1786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2716F338-68D0-6424-C8FF-D19317B59058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2716F338-68D0-6424-C8FF-D19317B59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CF80DAEF-53EC-7C00-BD38-AC059E312C96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CF80DAEF-53EC-7C00-BD38-AC059E312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153C102-2E12-A401-F959-F0D7771F0079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8C9D76-37B6-6A15-A54D-BBB97102C0D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168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C9E0-C37B-49E0-C61B-0196FDAB7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8D630733-D467-EBE3-28CA-1DBAA002CF4E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A670C5AC-2F74-D5E8-EFC5-65D08CEECF48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A670C5AC-2F74-D5E8-EFC5-65D08CEEC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51F10FC3-94B5-AB04-6921-BB8D56FF1370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51F10FC3-94B5-AB04-6921-BB8D56FF1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DDF8FA0E-8DBA-3ED3-38D5-F111222FA3D6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82B0198F-1BED-9D51-A8BB-3C3B2926E6D2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64D243FC-803D-80EA-C68B-756E91DCBB33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64D243FC-803D-80EA-C68B-756E91DCB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B73E7315-8C08-6C60-7075-7DB32AC70801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B73E7315-8C08-6C60-7075-7DB32AC70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C7B4C5EA-8379-EBBD-0910-C85201C8AF3A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C7B4C5EA-8379-EBBD-0910-C85201C8A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E8571F0-4C10-3347-ECB9-DDA19B163CB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56A8713-1C18-0E3D-849C-C0B5B4246112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61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578D8-B76A-501A-816E-3CADD891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062E6086-03F0-9264-E2F2-9C2E9C6DFA48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A56168E7-A549-7453-DCAE-9A88D5D9AA41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A56168E7-A549-7453-DCAE-9A88D5D9A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C7BDC7B8-9FC7-9B37-63DC-0ADCA6AD1D69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C7BDC7B8-9FC7-9B37-63DC-0ADCA6AD1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17922765-87C0-3ECB-54E9-3C5137B75B9F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BF4180A-8F76-A02C-4BFB-E1FC1DF27D7E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CF23F31-C1D3-0A46-7842-6F5FD2B34BEB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CF23F31-C1D3-0A46-7842-6F5FD2B34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1397C30C-F141-569E-E032-D8589E478D3E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1397C30C-F141-569E-E032-D8589E478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275AAA3-24ED-9A72-5EBE-34552E27D41C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275AAA3-24ED-9A72-5EBE-34552E27D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t="-36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9CBB15-9943-46F5-1392-4307B8D40FB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033F38F-455B-002B-4706-36543EF2C18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195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2F883-C615-B16C-70FE-866F6F883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2FE7E04E-72E1-054B-7A1B-F5E6B04A1631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E7922552-E071-543A-B0F5-017C4230CB3C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E7922552-E071-543A-B0F5-017C4230C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A1F2E18B-5CD9-8150-E4EC-45CA80B212EB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A1F2E18B-5CD9-8150-E4EC-45CA80B21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0238BEE5-F88E-9365-2D07-0D4C765129D9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E58EA23-189D-F0B1-7768-D301129156B4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1884C40-AA20-C09A-8731-2EB0DA1897A9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1884C40-AA20-C09A-8731-2EB0DA189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1D93461A-904D-088E-BFFB-926404FABF4F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1D93461A-904D-088E-BFFB-926404FAB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1D8B56A-460B-AD3A-6FF8-8E02CD696A53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1D8B56A-460B-AD3A-6FF8-8E02CD696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t="-36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63DED652-052C-D8E4-59E5-D728E866E36F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63DED652-052C-D8E4-59E5-D728E866E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26E72C7-5954-8610-150C-73D66B4B707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8ACC9EE-B1B7-9EC5-2024-CF4137A6DEB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040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626F6-99F8-9EF6-8A99-88A391210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4877607-B106-8BBA-5C53-D6B1101D2A46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749BADE-8F1B-9C28-95DF-D2E79ED267DE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749BADE-8F1B-9C28-95DF-D2E79ED26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BC1F17D-2C42-0A27-89BB-9CF643F38A7C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BC1F17D-2C42-0A27-89BB-9CF643F38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873C9523-76A2-5182-8C14-DE028317F2CA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4DDDE575-D7AE-B6BA-246C-5008B0D630ED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10F08FC-C46F-C512-DFF5-4EECC099EB72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10F08FC-C46F-C512-DFF5-4EECC099E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4B41F53-7BEF-8842-7914-B43FD7FEE1E6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4B41F53-7BEF-8842-7914-B43FD7FEE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CCF5FBAE-46CA-5CCC-F621-775BF8E71D3D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CCF5FBAE-46CA-5CCC-F621-775BF8E71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t="-36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6F333CAD-D971-F420-105C-3B17C7C00B3E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6F333CAD-D971-F420-105C-3B17C7C00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19B53F20-9AD9-0C07-542E-D07A4CC12816}"/>
                  </a:ext>
                </a:extLst>
              </p:cNvPr>
              <p:cNvSpPr txBox="1"/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19B53F20-9AD9-0C07-542E-D07A4CC1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blipFill>
                <a:blip r:embed="rId8"/>
                <a:stretch>
                  <a:fillRect l="-2495" r="-57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D50EC08-BF69-6AB3-7CF3-F15F8C2557FF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ABDB826-7509-6E16-E729-082F1C4719B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741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D0480-C047-A0ED-67E8-CCBA88CE5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0A688D8B-293F-19AB-76AC-1B6CBD9D410B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66BC28AF-4F78-0591-720E-F439A1D6327E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66BC28AF-4F78-0591-720E-F439A1D63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1A236B8-133C-ABF6-6748-6ABEDA83E3EB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1A236B8-133C-ABF6-6748-6ABEDA83E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FF4BA0B5-C17C-F992-99EE-9521F2AF4209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2EA999F8-9A25-D920-3C95-40B80C26CA9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CF821257-7295-8D48-D675-90EB08E8AD37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CF821257-7295-8D48-D675-90EB08E8A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31EB4853-9C8F-2176-1F2E-0A0EE9F51426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31EB4853-9C8F-2176-1F2E-0A0EE9F51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FF50FD9-A1F6-6344-99BD-CF98EDA40EEA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FF50FD9-A1F6-6344-99BD-CF98EDA40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B7436D3C-B5FF-E1DE-A545-BE2302A602BF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B7436D3C-B5FF-E1DE-A545-BE2302A60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46A51424-AE39-639D-3EF5-BC84FE4A92DB}"/>
                  </a:ext>
                </a:extLst>
              </p:cNvPr>
              <p:cNvSpPr txBox="1"/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46A51424-AE39-639D-3EF5-BC84FE4A9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blipFill>
                <a:blip r:embed="rId8"/>
                <a:stretch>
                  <a:fillRect l="-2495" r="-57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B4520AA-4EBD-6402-293A-FE8FCEA029D0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2450325-9DB7-3715-C707-930FA983C378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197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68C0-CD74-7677-F2F5-5FD8AED5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1107C7F-42F2-D636-0CDA-F6A953FAF269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0BDE001D-85A6-0860-6576-0B5270E758D2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0BDE001D-85A6-0860-6576-0B5270E75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414B52DD-4EEF-2178-42C1-6D4648DC148A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414B52DD-4EEF-2178-42C1-6D4648DC1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73367AC5-9739-C9B3-FEBC-9631ABFE00FA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8A66E3D-21A9-8B78-13D8-91BE5A1E6E7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A9953995-A042-C1C2-9A76-50632B7621DA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A9953995-A042-C1C2-9A76-50632B762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6E97D5A-23A4-49E8-B9FA-F1971245C033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6E97D5A-23A4-49E8-B9FA-F1971245C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4F434A72-2826-F8DF-B96E-A0C30D62EA3C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4F434A72-2826-F8DF-B96E-A0C30D62E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2F3908AD-FABE-1789-D5A2-C6CB9A83F43F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2F3908AD-FABE-1789-D5A2-C6CB9A83F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50D33605-4F33-9D69-D106-C616E17D109F}"/>
                  </a:ext>
                </a:extLst>
              </p:cNvPr>
              <p:cNvSpPr txBox="1"/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50D33605-4F33-9D69-D106-C616E17D1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blipFill>
                <a:blip r:embed="rId8"/>
                <a:stretch>
                  <a:fillRect l="-2495" t="-3636" r="-57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B2240E9-6327-8C23-4839-879366C8CC5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BD656AF-AD62-2046-36B2-D6E84DE6445F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508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85912-7A2D-070B-BEF1-7E7724731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3E964B-96EF-5670-13C2-9E078AE7AD05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B62E5097-BD56-A85F-8ABC-4D86C4FF6592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B62E5097-BD56-A85F-8ABC-4D86C4FF6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05E59234-1C02-1D74-7681-E2B7B40D3CCA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05E59234-1C02-1D74-7681-E2B7B40D3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FDD216F4-5085-E957-90C2-1F740A64CD33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A6FE3F51-544E-04AD-F609-40A0C61436C0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5702B94-CBB6-1E12-033A-E8250737834E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5702B94-CBB6-1E12-033A-E82507378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B28BC031-F5D2-18B0-773F-68BEA75C7F23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B28BC031-F5D2-18B0-773F-68BEA75C7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44FA4EA-8832-6C11-C925-04D428D16332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44FA4EA-8832-6C11-C925-04D428D16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3938C186-4063-7A01-C927-340ABF659477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3938C186-4063-7A01-C927-340ABF659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B047D90B-864E-3A76-E528-C8B830338B37}"/>
                  </a:ext>
                </a:extLst>
              </p:cNvPr>
              <p:cNvSpPr txBox="1"/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B047D90B-864E-3A76-E528-C8B830338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blipFill>
                <a:blip r:embed="rId8"/>
                <a:stretch>
                  <a:fillRect l="-2495" t="-3636" r="-57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9C763969-FC9D-7B02-3033-9A1E8004A272}"/>
                  </a:ext>
                </a:extLst>
              </p:cNvPr>
              <p:cNvSpPr txBox="1"/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dirty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(1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9C763969-FC9D-7B02-3033-9A1E8004A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blipFill>
                <a:blip r:embed="rId9"/>
                <a:stretch>
                  <a:fillRect l="-2359" t="-1786" r="-54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BE571041-0223-5B97-30EF-390AACE37FE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6B16083-3AA8-3D33-71F0-6C83CEA7464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184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C6C7B-7A3C-FAEC-1F00-969C6A185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2AF3B55-00CB-8D52-189B-7B7DD8AD22F1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B546A2E0-ED78-585B-14FF-E05F4C285E93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B546A2E0-ED78-585B-14FF-E05F4C285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9B08AF51-B2F0-F374-D5D1-67E7E2659391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9B08AF51-B2F0-F374-D5D1-67E7E265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C8A42C8E-C22E-A26D-346B-E1209B16244C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2B7586B-8761-6B9A-5A5E-FA64D772BD1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3CFC11A-0EBA-FE97-54D7-6749C3A2470E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3CFC11A-0EBA-FE97-54D7-6749C3A24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DF3A88A8-9A70-130A-6C26-10A1B2F3F8A7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DF3A88A8-9A70-130A-6C26-10A1B2F3F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57BF967-E974-F764-A6C5-B828E6F63015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57BF967-E974-F764-A6C5-B828E6F63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9AA2C3ED-71D7-A613-4CD0-E972F824C477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9AA2C3ED-71D7-A613-4CD0-E972F824C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963CE44A-120B-6F77-096C-42D5B1B8AF56}"/>
                  </a:ext>
                </a:extLst>
              </p:cNvPr>
              <p:cNvSpPr txBox="1"/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963CE44A-120B-6F77-096C-42D5B1B8A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blipFill>
                <a:blip r:embed="rId8"/>
                <a:stretch>
                  <a:fillRect l="-2495" r="-57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8AD77F35-6105-57E9-169F-017BEF51B574}"/>
                  </a:ext>
                </a:extLst>
              </p:cNvPr>
              <p:cNvSpPr txBox="1"/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dirty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(1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8AD77F35-6105-57E9-169F-017BEF51B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blipFill>
                <a:blip r:embed="rId9"/>
                <a:stretch>
                  <a:fillRect l="-2359" t="-1786" r="-54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8DA5F61-3E39-709C-FF84-DC6B214036D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D0DE3C3-34CC-AB0D-58F4-4718B879255F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281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17CA9-50B1-ACAD-9842-7ABCBA27D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88856F16-A0F6-EE20-99A0-42498C577AA8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CC487203-0659-A496-87B7-9FDE77AC5E5F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CC487203-0659-A496-87B7-9FDE77AC5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AF608D65-506E-8EB2-6C8C-425B1939F314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AF608D65-506E-8EB2-6C8C-425B1939F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8EDC9C3D-766C-0C9E-F815-2D7C34D45061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670811C-1F85-C62B-0D22-C14C1C7D9FA0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C62C1B5-7DEE-93FE-B558-9D26D74FB9F4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C62C1B5-7DEE-93FE-B558-9D26D74FB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AB99ED15-9CAB-0E57-3291-A352D283E6AC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AB99ED15-9CAB-0E57-3291-A352D283E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324382A-808F-A423-90B6-9434BC528181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324382A-808F-A423-90B6-9434BC528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79A57BA3-BE29-6908-86F9-55268A799537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79A57BA3-BE29-6908-86F9-55268A799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0441DB3B-80E5-5476-6C84-BAE2D74F928F}"/>
                  </a:ext>
                </a:extLst>
              </p:cNvPr>
              <p:cNvSpPr txBox="1"/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0441DB3B-80E5-5476-6C84-BAE2D74F9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blipFill>
                <a:blip r:embed="rId8"/>
                <a:stretch>
                  <a:fillRect l="-2495" r="-57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3E12815D-5C82-91A9-8233-6E58DACDA45D}"/>
                  </a:ext>
                </a:extLst>
              </p:cNvPr>
              <p:cNvSpPr txBox="1"/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dirty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(1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3E12815D-5C82-91A9-8233-6E58DACDA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blipFill>
                <a:blip r:embed="rId9"/>
                <a:stretch>
                  <a:fillRect l="-2359" t="-1786" r="-54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772FCE06-2481-AB15-B63D-89570099F9FD}"/>
                  </a:ext>
                </a:extLst>
              </p:cNvPr>
              <p:cNvSpPr txBox="1"/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dirty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772FCE06-2481-AB15-B63D-89570099F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blipFill>
                <a:blip r:embed="rId10"/>
                <a:stretch>
                  <a:fillRect l="-3390" t="-1786" r="-1695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C65789F-4378-713E-16A5-135A88A2942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85B30D5-7C11-33BE-1A22-3B0A9230E3E6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580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A862-0AC7-2C48-BD56-E71DF9192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14049FA-56CD-AFB1-915F-A8F165C5D76C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C37065E-3826-301E-0489-CE0B48F73ABC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C37065E-3826-301E-0489-CE0B48F73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755F104-A1F2-DDA7-27F8-39D1230001E1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755F104-A1F2-DDA7-27F8-39D123000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297A4380-9596-6C49-5839-7F6ED87DCFF3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AA37E3E-AE69-0D1B-81BA-A4192AF2C49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6DCCB25-BCEB-957B-3C40-D38F423139B6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6DCCB25-BCEB-957B-3C40-D38F42313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845F4255-05BC-01CC-3F80-91B1954082B0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845F4255-05BC-01CC-3F80-91B195408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9EF4D06-A5AD-7254-CCC8-4EE51F62D4A4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9EF4D06-A5AD-7254-CCC8-4EE51F62D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98622729-3798-30EC-3165-8AF65701A7A4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98622729-3798-30EC-3165-8AF65701A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B4E5ABBD-5D5E-3ED9-884C-8F86A84799CC}"/>
                  </a:ext>
                </a:extLst>
              </p:cNvPr>
              <p:cNvSpPr txBox="1"/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B4E5ABBD-5D5E-3ED9-884C-8F86A8479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blipFill>
                <a:blip r:embed="rId8"/>
                <a:stretch>
                  <a:fillRect l="-2495" r="-57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B8BBEEF3-2925-A8F5-8560-8F72C3ED5697}"/>
                  </a:ext>
                </a:extLst>
              </p:cNvPr>
              <p:cNvSpPr txBox="1"/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(1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B8BBEEF3-2925-A8F5-8560-8F72C3ED5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blipFill>
                <a:blip r:embed="rId9"/>
                <a:stretch>
                  <a:fillRect l="-2359" r="-54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D5EB9979-667B-2943-51C9-C851D91EDEF2}"/>
                  </a:ext>
                </a:extLst>
              </p:cNvPr>
              <p:cNvSpPr txBox="1"/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D5EB9979-667B-2943-51C9-C851D91ED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blipFill>
                <a:blip r:embed="rId11"/>
                <a:stretch>
                  <a:fillRect l="-3390" r="-1695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9700E4C-7E38-FDC8-ECED-983C80681AD9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75BFBE3-B9E0-356F-7E77-9D49AD5EA02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528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CA4A5-4786-EAD0-05FE-E59E67DCC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DAC427-1E6D-C50E-DCA7-C89AD1A3F2F6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2C9664E-3D1A-6F79-8B7F-015AEE6B88D5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2C9664E-3D1A-6F79-8B7F-015AEE6B8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62C55C8C-1BD9-3034-FB52-1FC890802DA6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62C55C8C-1BD9-3034-FB52-1FC890802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D4755623-6CBE-E9FC-43E0-6B21CDBD2E0D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6E25D82-ED3F-1B85-F7A3-7888EBA1A150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F332172-D231-1E5F-C4E2-0B7229C063D6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F332172-D231-1E5F-C4E2-0B7229C06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919469F-12CB-B564-1E08-BBDFC480BEA1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919469F-12CB-B564-1E08-BBDFC480B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8565E955-8E94-A2E3-66CB-5D0CC912EF9F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8565E955-8E94-A2E3-66CB-5D0CC912E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26A8A6D5-D454-67C5-FFF6-9B9302F10C52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26A8A6D5-D454-67C5-FFF6-9B9302F10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BAB3FC12-A9AF-32A1-B69C-435935158C13}"/>
                  </a:ext>
                </a:extLst>
              </p:cNvPr>
              <p:cNvSpPr txBox="1"/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BAB3FC12-A9AF-32A1-B69C-435935158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blipFill>
                <a:blip r:embed="rId8"/>
                <a:stretch>
                  <a:fillRect l="-2495" r="-57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BE9EFE07-826F-9899-0BF5-69C57893B785}"/>
                  </a:ext>
                </a:extLst>
              </p:cNvPr>
              <p:cNvSpPr txBox="1"/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(1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BE9EFE07-826F-9899-0BF5-69C57893B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blipFill>
                <a:blip r:embed="rId9"/>
                <a:stretch>
                  <a:fillRect l="-2359" r="-54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DCDBB68E-C152-D318-7861-0C0345F7C7F1}"/>
                  </a:ext>
                </a:extLst>
              </p:cNvPr>
              <p:cNvSpPr txBox="1"/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DCDBB68E-C152-D318-7861-0C0345F7C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blipFill>
                <a:blip r:embed="rId11"/>
                <a:stretch>
                  <a:fillRect l="-3390" r="-1695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9EFF26B-9DDD-D7BD-A421-82FEBE886901}"/>
              </a:ext>
            </a:extLst>
          </p:cNvPr>
          <p:cNvSpPr txBox="1"/>
          <p:nvPr/>
        </p:nvSpPr>
        <p:spPr>
          <a:xfrm>
            <a:off x="5272209" y="5451289"/>
            <a:ext cx="4093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</a:rPr>
              <a:t>Distribution</a:t>
            </a:r>
            <a:endParaRPr lang="it-IT" b="1" dirty="0">
              <a:solidFill>
                <a:srgbClr val="0070C0"/>
              </a:solidFill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3BC728F-8428-25E4-97E1-0092F9BA5B5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F94CB8D-D464-7372-5B71-5D4A29B87737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672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A68A3-07BA-95E6-8F75-5CE26E8EB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87B3DFC-CBE7-86D9-7B7B-D36CF1DB369C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3E8E7933-6279-4A70-EA8C-5CF0726495FE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3E8E7933-6279-4A70-EA8C-5CF072649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7275E9F2-C558-EBA0-65CF-5BD62A25535B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7275E9F2-C558-EBA0-65CF-5BD62A255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6872B5BC-EF58-4D39-27FF-F717EC8F01D6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640E550-889C-CC36-DDF8-BAFC508287F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396BF3F8-CB52-488D-A359-67DE58DACAF2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396BF3F8-CB52-488D-A359-67DE58DAC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68FFD8FB-ACC5-6A04-6E9E-2EECA36161C4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68FFD8FB-ACC5-6A04-6E9E-2EECA3616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CF4C79FB-9467-A4E8-4453-C78A212EEDE6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CF4C79FB-9467-A4E8-4453-C78A212EE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8E18C3C3-2DB1-C3F6-8BC8-C583EC315959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8E18C3C3-2DB1-C3F6-8BC8-C583EC315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5D455609-6ED8-58E7-7752-E4E111AAAF02}"/>
                  </a:ext>
                </a:extLst>
              </p:cNvPr>
              <p:cNvSpPr txBox="1"/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5D455609-6ED8-58E7-7752-E4E111AAA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blipFill>
                <a:blip r:embed="rId8"/>
                <a:stretch>
                  <a:fillRect l="-2495" r="-57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67DE63A7-4BE5-89F2-AC21-E376CA548CD8}"/>
                  </a:ext>
                </a:extLst>
              </p:cNvPr>
              <p:cNvSpPr txBox="1"/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(1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67DE63A7-4BE5-89F2-AC21-E376CA548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blipFill>
                <a:blip r:embed="rId9"/>
                <a:stretch>
                  <a:fillRect l="-2359" r="-54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9E0098FD-72B3-EFC2-FBFB-E29F0E3F07BA}"/>
                  </a:ext>
                </a:extLst>
              </p:cNvPr>
              <p:cNvSpPr txBox="1"/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9E0098FD-72B3-EFC2-FBFB-E29F0E3F0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blipFill>
                <a:blip r:embed="rId11"/>
                <a:stretch>
                  <a:fillRect l="-3390" r="-1695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D03E465-2A68-F239-847E-38B5541D554D}"/>
              </a:ext>
            </a:extLst>
          </p:cNvPr>
          <p:cNvSpPr txBox="1"/>
          <p:nvPr/>
        </p:nvSpPr>
        <p:spPr>
          <a:xfrm>
            <a:off x="5272209" y="5451289"/>
            <a:ext cx="4093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</a:rPr>
              <a:t>Distribution</a:t>
            </a:r>
            <a:endParaRPr lang="it-IT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2B040634-4ECD-B02F-5ECE-1867607161B3}"/>
                  </a:ext>
                </a:extLst>
              </p:cNvPr>
              <p:cNvSpPr txBox="1"/>
              <p:nvPr/>
            </p:nvSpPr>
            <p:spPr>
              <a:xfrm>
                <a:off x="593388" y="6068787"/>
                <a:ext cx="177131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2B040634-4ECD-B02F-5ECE-186760716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88" y="6068787"/>
                <a:ext cx="1771319" cy="338554"/>
              </a:xfrm>
              <a:prstGeom prst="rect">
                <a:avLst/>
              </a:prstGeom>
              <a:blipFill>
                <a:blip r:embed="rId12"/>
                <a:stretch>
                  <a:fillRect l="-5155" t="-25455" r="-8591" b="-527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D307146-98A2-231F-082A-2876D2A8590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2323AB4-E71F-5D0E-7867-73B4A318B7BB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507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6EC7A-C8B4-4FFB-0DEC-926E793C6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F688D501-B80B-E775-7504-582EDB978CAA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1DF624F-638F-5A9D-5783-F8ECF6414EC8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1DF624F-638F-5A9D-5783-F8ECF6414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EF33E99F-F56B-18FD-93D2-15708EEC0BAC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EF33E99F-F56B-18FD-93D2-15708EEC0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E9D8C84E-E016-C92B-A66D-04B75AC69B07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1DFE0027-5EA0-E103-A6E4-1E3763A7CB02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7919C7F1-4FCC-9C13-E602-B64E9A380D53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7919C7F1-4FCC-9C13-E602-B64E9A380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AD489123-23B4-6447-7946-E5CF1067E85A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AD489123-23B4-6447-7946-E5CF1067E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B721370E-7CD6-4EDD-FC84-907C1B28705F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B721370E-7CD6-4EDD-FC84-907C1B287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287A8CFF-F641-00A6-825E-0A842826EDFD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287A8CFF-F641-00A6-825E-0A842826E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625ACC46-A393-9D5C-4546-F490D9555FB4}"/>
                  </a:ext>
                </a:extLst>
              </p:cNvPr>
              <p:cNvSpPr txBox="1"/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625ACC46-A393-9D5C-4546-F490D9555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blipFill>
                <a:blip r:embed="rId8"/>
                <a:stretch>
                  <a:fillRect l="-2495" r="-57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E88B57CE-BAD5-4838-897A-4E9C40A8F9FE}"/>
                  </a:ext>
                </a:extLst>
              </p:cNvPr>
              <p:cNvSpPr txBox="1"/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(1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E88B57CE-BAD5-4838-897A-4E9C40A8F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blipFill>
                <a:blip r:embed="rId9"/>
                <a:stretch>
                  <a:fillRect l="-2359" r="-54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4986ABE9-48B5-4AD3-6AF6-9E62141E8AA6}"/>
                  </a:ext>
                </a:extLst>
              </p:cNvPr>
              <p:cNvSpPr txBox="1"/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4986ABE9-48B5-4AD3-6AF6-9E62141E8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blipFill>
                <a:blip r:embed="rId11"/>
                <a:stretch>
                  <a:fillRect l="-3390" r="-1695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838EA05-9EFE-1B53-9B33-B3CBD0C46978}"/>
              </a:ext>
            </a:extLst>
          </p:cNvPr>
          <p:cNvSpPr txBox="1"/>
          <p:nvPr/>
        </p:nvSpPr>
        <p:spPr>
          <a:xfrm>
            <a:off x="5272209" y="5451289"/>
            <a:ext cx="4093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</a:rPr>
              <a:t>Distribution</a:t>
            </a:r>
            <a:endParaRPr lang="it-IT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DBA2D6A7-48B9-4D5B-3D8A-23F1CC085DE8}"/>
                  </a:ext>
                </a:extLst>
              </p:cNvPr>
              <p:cNvSpPr txBox="1"/>
              <p:nvPr/>
            </p:nvSpPr>
            <p:spPr>
              <a:xfrm>
                <a:off x="593388" y="6068787"/>
                <a:ext cx="177131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</a:rPr>
                      <m:t>A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highlight>
                              <a:srgbClr val="FFFF00"/>
                            </a:highlight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DBA2D6A7-48B9-4D5B-3D8A-23F1CC085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88" y="6068787"/>
                <a:ext cx="1771319" cy="338554"/>
              </a:xfrm>
              <a:prstGeom prst="rect">
                <a:avLst/>
              </a:prstGeom>
              <a:blipFill>
                <a:blip r:embed="rId12"/>
                <a:stretch>
                  <a:fillRect l="-5155" t="-25455" r="-8591" b="-527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C8D08D3-641A-9586-F1E5-E1B71EFA2019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AD48861-A66D-B0A1-FC22-9DFFF83B9775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163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B3080-6C64-C668-9893-00940DCB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B8FC2DCE-B25E-011D-08C9-D98D6E0A5600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56EEF1F8-1393-1074-5825-330562893C0A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56EEF1F8-1393-1074-5825-330562893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74FAA17-D3D8-577D-BBF3-4E67E2FC3924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74FAA17-D3D8-577D-BBF3-4E67E2FC3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BBEBCF59-A1D9-0164-3173-4BAF4A82B65A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BD3B49E-06E6-96FA-D56A-ED50664B695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D5B25536-BE09-3B92-FFC8-D2B1A88B9F19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D5B25536-BE09-3B92-FFC8-D2B1A88B9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E745E683-8F74-C3E4-0CB2-69049C6FA6F0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E745E683-8F74-C3E4-0CB2-69049C6FA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BF78367-68A5-7F3E-469C-B9764423379D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BF78367-68A5-7F3E-469C-B97644233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15D649BF-5754-445A-D143-4F5E4501D16E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15D649BF-5754-445A-D143-4F5E4501D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9FCB5494-9B36-CEE2-AD53-08C73B6A1220}"/>
                  </a:ext>
                </a:extLst>
              </p:cNvPr>
              <p:cNvSpPr txBox="1"/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9FCB5494-9B36-CEE2-AD53-08C73B6A1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blipFill>
                <a:blip r:embed="rId8"/>
                <a:stretch>
                  <a:fillRect l="-2495" r="-57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F6DE7A5-4D0E-C20D-D5B5-A9D4895E3E48}"/>
                  </a:ext>
                </a:extLst>
              </p:cNvPr>
              <p:cNvSpPr txBox="1"/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(1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F6DE7A5-4D0E-C20D-D5B5-A9D4895E3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blipFill>
                <a:blip r:embed="rId9"/>
                <a:stretch>
                  <a:fillRect l="-2359" r="-54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A1831F7A-80BC-999D-CCEA-ECF0DB390075}"/>
                  </a:ext>
                </a:extLst>
              </p:cNvPr>
              <p:cNvSpPr txBox="1"/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A1831F7A-80BC-999D-CCEA-ECF0DB390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blipFill>
                <a:blip r:embed="rId11"/>
                <a:stretch>
                  <a:fillRect l="-3390" r="-1695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79EABE1-21B7-8A72-5B7D-7629AF16397D}"/>
              </a:ext>
            </a:extLst>
          </p:cNvPr>
          <p:cNvSpPr txBox="1"/>
          <p:nvPr/>
        </p:nvSpPr>
        <p:spPr>
          <a:xfrm>
            <a:off x="5272209" y="5451289"/>
            <a:ext cx="4093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</a:rPr>
              <a:t>Distribution</a:t>
            </a:r>
            <a:endParaRPr lang="it-IT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A1E6D5E5-DC12-1489-A4B5-997C2F026411}"/>
                  </a:ext>
                </a:extLst>
              </p:cNvPr>
              <p:cNvSpPr txBox="1"/>
              <p:nvPr/>
            </p:nvSpPr>
            <p:spPr>
              <a:xfrm>
                <a:off x="593388" y="6068787"/>
                <a:ext cx="177131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</a:rPr>
                      <m:t>A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highlight>
                              <a:srgbClr val="FFFF00"/>
                            </a:highlight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A1E6D5E5-DC12-1489-A4B5-997C2F026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88" y="6068787"/>
                <a:ext cx="1771319" cy="338554"/>
              </a:xfrm>
              <a:prstGeom prst="rect">
                <a:avLst/>
              </a:prstGeom>
              <a:blipFill>
                <a:blip r:embed="rId12"/>
                <a:stretch>
                  <a:fillRect l="-5155" t="-25455" r="-8591" b="-527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3C34A07E-6CAE-3FFD-497D-BD7F0C72C125}"/>
                  </a:ext>
                </a:extLst>
              </p:cNvPr>
              <p:cNvSpPr txBox="1"/>
              <p:nvPr/>
            </p:nvSpPr>
            <p:spPr>
              <a:xfrm>
                <a:off x="5272208" y="6048216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3C34A07E-6CAE-3FFD-497D-BD7F0C72C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08" y="6048216"/>
                <a:ext cx="4093461" cy="369332"/>
              </a:xfrm>
              <a:prstGeom prst="rect">
                <a:avLst/>
              </a:prstGeom>
              <a:blipFill>
                <a:blip r:embed="rId13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19D6C09-5010-13E6-E6B0-A0F2FB5E732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68FE8E5-9255-4EDD-F825-43ED7F9376D6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514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BC8EE-8C8A-52B4-B771-699F875CE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A38A1002-C5DF-F4C5-7640-35C41010A5D0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0DDFCB2-54D8-50BB-136A-B5262BD22541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0DDFCB2-54D8-50BB-136A-B5262BD22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FB06B7B-869A-764E-D178-4D3AFBDF6A7B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FB06B7B-869A-764E-D178-4D3AFBDF6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4E13340F-F7D6-9CFF-033D-8922BF22E0DC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6E5FCDD-FB6A-963E-0CCF-140F5435D230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59A6292-17CC-9765-D4C8-1CD7FC010C17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59A6292-17CC-9765-D4C8-1CD7FC010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6ED5F380-355A-DB3F-2AF7-F5DEBD261562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6ED5F380-355A-DB3F-2AF7-F5DEBD261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A7129DB-1C48-6094-4C41-1ABB7EF5369B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A7129DB-1C48-6094-4C41-1ABB7EF53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5A15AAFF-55BA-55E8-A79F-FA2DCACE9014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5A15AAFF-55BA-55E8-A79F-FA2DCACE9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1342534D-C26E-7686-70BD-CBC3B93D45FA}"/>
                  </a:ext>
                </a:extLst>
              </p:cNvPr>
              <p:cNvSpPr txBox="1"/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1342534D-C26E-7686-70BD-CBC3B93D4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blipFill>
                <a:blip r:embed="rId8"/>
                <a:stretch>
                  <a:fillRect l="-2495" r="-57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9916BA70-260B-44CA-D34B-49E597CE6739}"/>
                  </a:ext>
                </a:extLst>
              </p:cNvPr>
              <p:cNvSpPr txBox="1"/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(1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9916BA70-260B-44CA-D34B-49E597CE6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blipFill>
                <a:blip r:embed="rId9"/>
                <a:stretch>
                  <a:fillRect l="-2359" r="-54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95D1ECF5-52FB-66B6-744E-88E713E34B54}"/>
                  </a:ext>
                </a:extLst>
              </p:cNvPr>
              <p:cNvSpPr txBox="1"/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95D1ECF5-52FB-66B6-744E-88E713E34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blipFill>
                <a:blip r:embed="rId11"/>
                <a:stretch>
                  <a:fillRect l="-3390" r="-1695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5BDC286-8BC2-7FDB-28EF-EE63F4E3B836}"/>
              </a:ext>
            </a:extLst>
          </p:cNvPr>
          <p:cNvSpPr txBox="1"/>
          <p:nvPr/>
        </p:nvSpPr>
        <p:spPr>
          <a:xfrm>
            <a:off x="5272209" y="5451289"/>
            <a:ext cx="4093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</a:rPr>
              <a:t>Distribution</a:t>
            </a:r>
            <a:endParaRPr lang="it-IT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008E2B36-E52A-16F7-F209-E38D45B0BB30}"/>
                  </a:ext>
                </a:extLst>
              </p:cNvPr>
              <p:cNvSpPr txBox="1"/>
              <p:nvPr/>
            </p:nvSpPr>
            <p:spPr>
              <a:xfrm>
                <a:off x="593388" y="6068787"/>
                <a:ext cx="284533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>
                        <a:highlight>
                          <a:srgbClr val="FFFF00"/>
                        </a:highlight>
                      </a:rPr>
                      <m:t>A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highlight>
                              <a:srgbClr val="FFFF00"/>
                            </a:highlight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lang="it-IT" sz="2200" dirty="0"/>
                  <a:t> =</a:t>
                </a:r>
                <a:r>
                  <a:rPr lang="it-IT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>
                        <a:ea typeface="Cambria Math" panose="02040503050406030204" pitchFamily="18" charset="0"/>
                      </a:rPr>
                      <m:t>AB</m:t>
                    </m:r>
                    <m:r>
                      <m:rPr>
                        <m:nor/>
                      </m:rPr>
                      <a:rPr lang="it-IT" sz="220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>
                        <a:ea typeface="Cambria Math" panose="02040503050406030204" pitchFamily="18" charset="0"/>
                      </a:rPr>
                      <m:t>AC</m:t>
                    </m:r>
                  </m:oMath>
                </a14:m>
                <a:endParaRPr lang="it-IT" sz="2200" dirty="0"/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008E2B36-E52A-16F7-F209-E38D45B0B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88" y="6068787"/>
                <a:ext cx="2845331" cy="338554"/>
              </a:xfrm>
              <a:prstGeom prst="rect">
                <a:avLst/>
              </a:prstGeom>
              <a:blipFill>
                <a:blip r:embed="rId12"/>
                <a:stretch>
                  <a:fillRect l="-3212" t="-25455" r="-428" b="-527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6CC75761-788C-3E25-E5F0-125391885C52}"/>
                  </a:ext>
                </a:extLst>
              </p:cNvPr>
              <p:cNvSpPr txBox="1"/>
              <p:nvPr/>
            </p:nvSpPr>
            <p:spPr>
              <a:xfrm>
                <a:off x="5272208" y="6048216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6CC75761-788C-3E25-E5F0-125391885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08" y="6048216"/>
                <a:ext cx="4093461" cy="369332"/>
              </a:xfrm>
              <a:prstGeom prst="rect">
                <a:avLst/>
              </a:prstGeom>
              <a:blipFill>
                <a:blip r:embed="rId13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6D5C819-85C1-FBA3-F0ED-00BE03E791F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FBCF00A-F814-2963-DD20-307FE91732E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796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D2B5C-9825-298A-32BF-068DAB846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C71E5E2-4F18-CFEC-23EF-B5F2DC8E1864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2E63F96E-9E81-3440-3BDC-AEB2DE019D58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(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2E63F96E-9E81-3440-3BDC-AEB2DE019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4624664" cy="339324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28DFED7-1C3A-BC61-6CA0-AE516D2C3910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(</m:t>
                    </m:r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/>
                          <m:t>B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∙(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)∙(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B</m:t>
                    </m:r>
                    <m:r>
                      <m:rPr>
                        <m:nor/>
                      </m:rPr>
                      <a:rPr lang="it-IT" sz="2200" b="0" i="0" smtClean="0"/>
                      <m:t> + </m:t>
                    </m:r>
                    <m:r>
                      <m:rPr>
                        <m:nor/>
                      </m:rPr>
                      <a:rPr lang="it-IT" sz="2200" b="0" i="0" smtClean="0"/>
                      <m:t>C</m:t>
                    </m:r>
                    <m:r>
                      <m:rPr>
                        <m:nor/>
                      </m:rPr>
                      <a:rPr lang="it-IT" sz="2200" b="0" i="0" smtClean="0"/>
                      <m:t>)</m:t>
                    </m:r>
                  </m:oMath>
                </a14:m>
                <a:r>
                  <a:rPr lang="it-IT" sz="2200" dirty="0"/>
                  <a:t> =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28DFED7-1C3A-BC61-6CA0-AE516D2C3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3315010" cy="338554"/>
              </a:xfrm>
              <a:prstGeom prst="rect">
                <a:avLst/>
              </a:prstGeom>
              <a:blipFill>
                <a:blip r:embed="rId3"/>
                <a:stretch>
                  <a:fillRect l="-3683" t="-23214" r="-2578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2728000C-A930-736A-162E-40F63958E37D}"/>
              </a:ext>
            </a:extLst>
          </p:cNvPr>
          <p:cNvSpPr/>
          <p:nvPr/>
        </p:nvSpPr>
        <p:spPr>
          <a:xfrm rot="16200000">
            <a:off x="2103971" y="452792"/>
            <a:ext cx="143504" cy="309923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10120110-1BEA-9C23-CEC8-E294C0241AF5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5723" y="2074160"/>
            <a:ext cx="1" cy="286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676CA19A-E6C5-4390-025F-31773B71998C}"/>
                  </a:ext>
                </a:extLst>
              </p:cNvPr>
              <p:cNvSpPr txBox="1"/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676CA19A-E6C5-4390-025F-31773B719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35187"/>
                <a:ext cx="3948197" cy="338554"/>
              </a:xfrm>
              <a:prstGeom prst="rect">
                <a:avLst/>
              </a:prstGeom>
              <a:blipFill>
                <a:blip r:embed="rId4"/>
                <a:stretch>
                  <a:fillRect l="-1855" r="-46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6FD5761C-04C5-6824-48C9-173B05C19D9B}"/>
                  </a:ext>
                </a:extLst>
              </p:cNvPr>
              <p:cNvSpPr txBox="1"/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6FD5761C-04C5-6824-48C9-173B05C19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1" y="3104409"/>
                <a:ext cx="4093461" cy="369332"/>
              </a:xfrm>
              <a:prstGeom prst="rect">
                <a:avLst/>
              </a:prstGeom>
              <a:blipFill>
                <a:blip r:embed="rId5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BB98ED4-78DD-8C90-AF95-6CE6748C11BD}"/>
                  </a:ext>
                </a:extLst>
              </p:cNvPr>
              <p:cNvSpPr txBox="1"/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BB98ED4-78DD-8C90-AF95-6CE6748C1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721907"/>
                <a:ext cx="3399969" cy="338554"/>
              </a:xfrm>
              <a:prstGeom prst="rect">
                <a:avLst/>
              </a:prstGeom>
              <a:blipFill>
                <a:blip r:embed="rId6"/>
                <a:stretch>
                  <a:fillRect l="-143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44BADEB0-C7DF-2B14-31BB-F691864A5AE1}"/>
                  </a:ext>
                </a:extLst>
              </p:cNvPr>
              <p:cNvSpPr txBox="1"/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Idempotent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XX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44BADEB0-C7DF-2B14-31BB-F691864A5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10" y="3695055"/>
                <a:ext cx="4093461" cy="369332"/>
              </a:xfrm>
              <a:prstGeom prst="rect">
                <a:avLst/>
              </a:prstGeom>
              <a:blipFill>
                <a:blip r:embed="rId7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FD7F39B4-3194-18DF-637A-EBACD66FA2ED}"/>
                  </a:ext>
                </a:extLst>
              </p:cNvPr>
              <p:cNvSpPr txBox="1"/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FD7F39B4-3194-18DF-637A-EBACD66FA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4308627"/>
                <a:ext cx="3175549" cy="338554"/>
              </a:xfrm>
              <a:prstGeom prst="rect">
                <a:avLst/>
              </a:prstGeom>
              <a:blipFill>
                <a:blip r:embed="rId8"/>
                <a:stretch>
                  <a:fillRect l="-2495" r="-576" b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3907134B-024F-79D6-E59C-9FA53D54FD6D}"/>
                  </a:ext>
                </a:extLst>
              </p:cNvPr>
              <p:cNvSpPr txBox="1"/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(1 + 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it-IT" sz="2200" b="0" dirty="0" smtClean="0"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B</m:t>
                      </m:r>
                      <m:r>
                        <m:rPr>
                          <m:nor/>
                        </m:rPr>
                        <a:rPr lang="it-IT" sz="2200" b="0" smtClean="0"/>
                        <m:t> + </m:t>
                      </m:r>
                      <m:r>
                        <m:rPr>
                          <m:nor/>
                        </m:rPr>
                        <a:rPr lang="it-IT" sz="2200" b="0" smtClean="0"/>
                        <m:t>C</m:t>
                      </m:r>
                      <m:r>
                        <m:rPr>
                          <m:nor/>
                        </m:rPr>
                        <a:rPr lang="it-IT" sz="2200" b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3907134B-024F-79D6-E59C-9FA53D54F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895347"/>
                <a:ext cx="3359894" cy="338554"/>
              </a:xfrm>
              <a:prstGeom prst="rect">
                <a:avLst/>
              </a:prstGeom>
              <a:blipFill>
                <a:blip r:embed="rId9"/>
                <a:stretch>
                  <a:fillRect l="-2359" r="-54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D87C0B85-7FAF-6801-0F89-E6EE7995F1D6}"/>
                  </a:ext>
                </a:extLst>
              </p:cNvPr>
              <p:cNvSpPr txBox="1"/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dirty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B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r>
                        <m:rPr>
                          <m:nor/>
                        </m:rPr>
                        <a:rPr lang="it-IT" sz="2200" b="0" i="0" smtClean="0"/>
                        <m:t>C</m:t>
                      </m:r>
                      <m:r>
                        <m:rPr>
                          <m:nor/>
                        </m:rPr>
                        <a:rPr lang="it-IT" sz="2200" b="0" i="0" smtClean="0"/>
                        <m:t>)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D87C0B85-7FAF-6801-0F89-E6EE7995F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5482067"/>
                <a:ext cx="1803378" cy="338554"/>
              </a:xfrm>
              <a:prstGeom prst="rect">
                <a:avLst/>
              </a:prstGeom>
              <a:blipFill>
                <a:blip r:embed="rId11"/>
                <a:stretch>
                  <a:fillRect l="-3390" r="-1695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B2B425A-5F0A-B084-0188-B463BB14BE1C}"/>
              </a:ext>
            </a:extLst>
          </p:cNvPr>
          <p:cNvSpPr txBox="1"/>
          <p:nvPr/>
        </p:nvSpPr>
        <p:spPr>
          <a:xfrm>
            <a:off x="5272209" y="5451289"/>
            <a:ext cx="4093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</a:rPr>
              <a:t>Distribution</a:t>
            </a:r>
            <a:endParaRPr lang="it-IT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D501CEBB-FD25-B958-A5EE-7911E57BC728}"/>
                  </a:ext>
                </a:extLst>
              </p:cNvPr>
              <p:cNvSpPr txBox="1"/>
              <p:nvPr/>
            </p:nvSpPr>
            <p:spPr>
              <a:xfrm>
                <a:off x="593388" y="6068787"/>
                <a:ext cx="284533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b="0" i="0" smtClean="0"/>
                      <m:t>A</m:t>
                    </m:r>
                    <m:acc>
                      <m:accPr>
                        <m:chr m:val="̅"/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2200" b="0" i="0" smtClean="0">
                            <a:ea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it-IT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AB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 b="0" i="0" smtClean="0">
                        <a:ea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lang="it-IT" sz="2200" dirty="0"/>
                  <a:t> =</a:t>
                </a:r>
                <a:r>
                  <a:rPr lang="it-IT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>
                        <a:ea typeface="Cambria Math" panose="02040503050406030204" pitchFamily="18" charset="0"/>
                      </a:rPr>
                      <m:t>AB</m:t>
                    </m:r>
                    <m:r>
                      <m:rPr>
                        <m:nor/>
                      </m:rPr>
                      <a:rPr lang="it-IT" sz="2200"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it-IT" sz="2200">
                        <a:ea typeface="Cambria Math" panose="02040503050406030204" pitchFamily="18" charset="0"/>
                      </a:rPr>
                      <m:t>AC</m:t>
                    </m:r>
                  </m:oMath>
                </a14:m>
                <a:endParaRPr lang="it-IT" sz="2200" dirty="0"/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D501CEBB-FD25-B958-A5EE-7911E57BC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88" y="6068787"/>
                <a:ext cx="2845331" cy="338554"/>
              </a:xfrm>
              <a:prstGeom prst="rect">
                <a:avLst/>
              </a:prstGeom>
              <a:blipFill>
                <a:blip r:embed="rId12"/>
                <a:stretch>
                  <a:fillRect l="-3212" t="-25455" r="-428" b="-527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A41BAC2C-8FE3-B348-D27B-7B5E4AEB5D65}"/>
                  </a:ext>
                </a:extLst>
              </p:cNvPr>
              <p:cNvSpPr txBox="1"/>
              <p:nvPr/>
            </p:nvSpPr>
            <p:spPr>
              <a:xfrm>
                <a:off x="5272208" y="6048216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Complement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X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= 0</m:t>
                    </m:r>
                  </m:oMath>
                </a14:m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A41BAC2C-8FE3-B348-D27B-7B5E4AEB5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08" y="6048216"/>
                <a:ext cx="4093461" cy="369332"/>
              </a:xfrm>
              <a:prstGeom prst="rect">
                <a:avLst/>
              </a:prstGeom>
              <a:blipFill>
                <a:blip r:embed="rId13"/>
                <a:stretch>
                  <a:fillRect l="-134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C7B79F3-A8EB-B40B-3820-8B635BA0995F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FACD705-F536-9E98-8BDA-26DDFBAFD6C6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600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31530-4BF9-45B5-6D55-979332AF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05C3395-6E14-201C-0030-FDC8B4A4688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BD2D0EDA-2781-0E6A-2469-3942FE29E344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292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C0F8B-53A7-E90F-3661-208BA9552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87A124B-819B-C867-41CD-C867F28D0D9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115CB236-5DFE-81CA-BE4D-557F976AD0BD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335FD93A-C928-62D8-1340-D74030EA1A27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3451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DA567-AD34-30A4-1A2C-6842A00D3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A7C2FE5-8ED0-FA04-415F-9D941035AA0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F0AD0B06-624D-8092-E482-A08C8AD8BD76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27528E6F-530D-438D-7EEE-79C8F8025AE9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183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E282-7C44-2424-11C4-AD4BC0E22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147F18A4-58E3-A574-DCBC-4BE73602DBE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E066245A-B5AD-6F19-F3A0-55FE61FD5562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D5CC99E2-4EFA-A340-B4BB-2F1A68FB439B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6961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5CBF3-D771-0A16-785A-0595C8CA2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74F3B22-54AD-8C0C-E94A-D3C6C60C7F4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FFF116B0-4B6F-7658-26D3-66A6CEF7D961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5DD68015-F772-7A2F-048D-AC073B78414F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100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729BD-67A9-E69D-0173-F321AAE40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1185BE7-BA10-7D36-EC68-97ED38270F2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437F0617-F4CD-0EE7-E409-88081C527552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2BE0713B-C3CD-EEEF-0603-4FB095F4CB21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8335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CC7DB-9AEE-F345-BFA1-D46EC940F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087A28C-F061-6A47-3A47-41D76A9F8F8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4DE948D0-F4DF-AE62-5396-33D79C5D407F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605822D1-B943-BE93-E9A5-70FA196ECCD9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968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7FC47-DAF8-2DB7-848F-560CE0F7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30A6A02-87EE-2CBF-1105-8833BEC4534F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BFBF30C9-2152-6282-D4F1-4A72C67109ED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779EE4BD-61F5-AC3E-F2ED-C19CE5DE8BF9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8032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2809E-1E2A-BFF1-95D4-1C5D8A8EB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1182F38-3A1F-44FF-42BF-3C92F3948C77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D2ACB496-F133-6A83-4088-8D3450F8BA0E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0957C173-862A-F696-347D-3D3469CAF86D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513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B74F6-65E7-1F10-567B-3EFA79A67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FEDF420-B57B-A4B6-54C5-753DBA1DDCF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C4DB3876-1302-80D8-88E1-70F8536470B9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122A6FB9-4473-B1A4-73B2-03F7ACF5669C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1953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65360-DB0C-9676-D46B-0BB3582C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5233711-3C9C-15E4-DD92-F9417380FD23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81D9BA1F-F58A-CDD0-0C26-05FF962D759C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BD58E749-DAC0-7D8A-B6A6-71D04551DF86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56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02BF2-3970-0B1D-F0BD-C93D9B65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3C81379-C725-E7C5-D90D-A717DACA2C9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52D9D7DD-FDB6-D18B-BCB3-D90B22D16B41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FCAFF43C-98E3-F541-C018-5F3EEF0E2DA6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653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AAF9-0647-F4A6-DB82-F2DFD5B2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3A846AD-2114-259A-4EAD-A3D90C00628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F24D4449-924F-0436-C7FC-8F9860033EA8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69EEF7F2-4012-38D8-4D35-878E580834D5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1060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559D4-3BDB-A191-2F00-F1F591200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171D822-9F13-7C50-9A00-C42FB8515B5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23FC8DAE-4E1D-A10D-63CF-36125D53E559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5DA97C15-F09F-AA8B-D6A1-AC5323D0ACF8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3670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3AE06-EA1B-A1B1-0D4D-3F2688A37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C8652C8-5B7C-56CC-819B-E23603FCD29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5EA5A39A-58BA-BAAA-8DEB-F59A3B276FBD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6A921F95-D79F-BA86-42C5-7EE5669C787E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AF7BCACC-F3F7-C556-5772-1E57C74EA11E}"/>
                  </a:ext>
                </a:extLst>
              </p:cNvPr>
              <p:cNvSpPr txBox="1"/>
              <p:nvPr/>
            </p:nvSpPr>
            <p:spPr>
              <a:xfrm>
                <a:off x="8894748" y="2881458"/>
                <a:ext cx="1676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AF7BCACC-F3F7-C556-5772-1E57C74EA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4748" y="2881458"/>
                <a:ext cx="167640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BA264EB8-38A2-0265-1F9E-C06CCCD53F3B}"/>
              </a:ext>
            </a:extLst>
          </p:cNvPr>
          <p:cNvCxnSpPr>
            <a:cxnSpLocks/>
          </p:cNvCxnSpPr>
          <p:nvPr/>
        </p:nvCxnSpPr>
        <p:spPr>
          <a:xfrm>
            <a:off x="8812181" y="3108960"/>
            <a:ext cx="5756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4323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A553A-BCD1-657F-1A23-DB7D8B88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3DEFEC9-4174-6859-4D0A-287F5AB3871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B9572037-B3E1-E75B-CBD3-ABC00BEDB4E6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ABEB59AC-F795-304D-4D38-7CC1F558D2BA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48BBB6D4-8F70-3065-9563-4381E1715FC8}"/>
                  </a:ext>
                </a:extLst>
              </p:cNvPr>
              <p:cNvSpPr txBox="1"/>
              <p:nvPr/>
            </p:nvSpPr>
            <p:spPr>
              <a:xfrm>
                <a:off x="8894748" y="2881458"/>
                <a:ext cx="1676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48BBB6D4-8F70-3065-9563-4381E1715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4748" y="2881458"/>
                <a:ext cx="167640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9A689AA-0C8C-CA68-3303-722162D66B36}"/>
              </a:ext>
            </a:extLst>
          </p:cNvPr>
          <p:cNvCxnSpPr>
            <a:cxnSpLocks/>
          </p:cNvCxnSpPr>
          <p:nvPr/>
        </p:nvCxnSpPr>
        <p:spPr>
          <a:xfrm>
            <a:off x="8812181" y="3108960"/>
            <a:ext cx="5756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5FDF8AB0-E014-FC90-A2FC-1BF5C864E081}"/>
              </a:ext>
            </a:extLst>
          </p:cNvPr>
          <p:cNvCxnSpPr>
            <a:cxnSpLocks/>
          </p:cNvCxnSpPr>
          <p:nvPr/>
        </p:nvCxnSpPr>
        <p:spPr>
          <a:xfrm>
            <a:off x="8781701" y="3850640"/>
            <a:ext cx="433419" cy="4165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5798E9AB-F729-9F0C-59A3-8E9AA192FE22}"/>
                  </a:ext>
                </a:extLst>
              </p:cNvPr>
              <p:cNvSpPr txBox="1"/>
              <p:nvPr/>
            </p:nvSpPr>
            <p:spPr>
              <a:xfrm>
                <a:off x="8781701" y="4068598"/>
                <a:ext cx="1676400" cy="462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5798E9AB-F729-9F0C-59A3-8E9AA192F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701" y="4068598"/>
                <a:ext cx="1676400" cy="462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8434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7AAB3-CECE-7AE0-07C2-5A8F4AF1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083C75B-6D3E-1EEC-E9F5-E352BBE5EBB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Karnaugh</a:t>
            </a:r>
            <a:r>
              <a:rPr lang="it-IT" sz="3600" b="1" dirty="0"/>
              <a:t> </a:t>
            </a:r>
            <a:r>
              <a:rPr lang="it-IT" sz="3600" b="1" dirty="0" err="1"/>
              <a:t>maps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E45329B2-2807-CBAE-1794-B8FD1F64CC46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8B70EF42-233E-28C4-741B-8FDBA2A848C2}"/>
              </a:ext>
            </a:extLst>
          </p:cNvPr>
          <p:cNvGraphicFramePr>
            <a:graphicFrameLocks noGrp="1"/>
          </p:cNvGraphicFramePr>
          <p:nvPr/>
        </p:nvGraphicFramePr>
        <p:xfrm>
          <a:off x="5673781" y="1801458"/>
          <a:ext cx="32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345695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46317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2291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4442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99749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083235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118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2627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25159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/>
                      <a:endParaRPr lang="it-IT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292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6C2B1628-20EB-9C83-4578-DD98304F8E79}"/>
                  </a:ext>
                </a:extLst>
              </p:cNvPr>
              <p:cNvSpPr txBox="1"/>
              <p:nvPr/>
            </p:nvSpPr>
            <p:spPr>
              <a:xfrm>
                <a:off x="8894748" y="2881458"/>
                <a:ext cx="1676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6C2B1628-20EB-9C83-4578-DD98304F8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4748" y="2881458"/>
                <a:ext cx="167640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75CA6C01-6CEB-25B9-DB40-09E10F70A548}"/>
              </a:ext>
            </a:extLst>
          </p:cNvPr>
          <p:cNvCxnSpPr>
            <a:cxnSpLocks/>
          </p:cNvCxnSpPr>
          <p:nvPr/>
        </p:nvCxnSpPr>
        <p:spPr>
          <a:xfrm>
            <a:off x="8812181" y="3108960"/>
            <a:ext cx="5756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EC048330-7B1B-E3FA-ABE7-915E56941914}"/>
              </a:ext>
            </a:extLst>
          </p:cNvPr>
          <p:cNvCxnSpPr>
            <a:cxnSpLocks/>
          </p:cNvCxnSpPr>
          <p:nvPr/>
        </p:nvCxnSpPr>
        <p:spPr>
          <a:xfrm>
            <a:off x="8781701" y="3850640"/>
            <a:ext cx="433419" cy="4165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DCFF4094-911A-4EAF-CE8A-838E1C99E3E5}"/>
                  </a:ext>
                </a:extLst>
              </p:cNvPr>
              <p:cNvSpPr txBox="1"/>
              <p:nvPr/>
            </p:nvSpPr>
            <p:spPr>
              <a:xfrm>
                <a:off x="8781701" y="4068598"/>
                <a:ext cx="1676400" cy="462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DCFF4094-911A-4EAF-CE8A-838E1C99E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701" y="4068598"/>
                <a:ext cx="1676400" cy="462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A31D8746-DD12-84D9-E3E6-59F3DA990BBD}"/>
                  </a:ext>
                </a:extLst>
              </p:cNvPr>
              <p:cNvSpPr txBox="1"/>
              <p:nvPr/>
            </p:nvSpPr>
            <p:spPr>
              <a:xfrm>
                <a:off x="6695440" y="4985493"/>
                <a:ext cx="1676400" cy="462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A31D8746-DD12-84D9-E3E6-59F3DA990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440" y="4985493"/>
                <a:ext cx="1676400" cy="462434"/>
              </a:xfrm>
              <a:prstGeom prst="rect">
                <a:avLst/>
              </a:prstGeom>
              <a:blipFill>
                <a:blip r:embed="rId4"/>
                <a:stretch>
                  <a:fillRect r="-14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7390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cdcc7e-0db4-4d6f-9752-577853f1065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E9FA87A72B8FA458B8499D3C33A64D9" ma:contentTypeVersion="14" ma:contentTypeDescription="Creare un nuovo documento." ma:contentTypeScope="" ma:versionID="243e0ccaa4e6de0133d9291014e7dca1">
  <xsd:schema xmlns:xsd="http://www.w3.org/2001/XMLSchema" xmlns:xs="http://www.w3.org/2001/XMLSchema" xmlns:p="http://schemas.microsoft.com/office/2006/metadata/properties" xmlns:ns3="73cdcc7e-0db4-4d6f-9752-577853f10653" xmlns:ns4="b7b338cc-af36-421f-920d-2f6875eb63d8" targetNamespace="http://schemas.microsoft.com/office/2006/metadata/properties" ma:root="true" ma:fieldsID="6fe1eba5a05770dafbc632a054f4276d" ns3:_="" ns4:_="">
    <xsd:import namespace="73cdcc7e-0db4-4d6f-9752-577853f10653"/>
    <xsd:import namespace="b7b338cc-af36-421f-920d-2f6875eb63d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cdcc7e-0db4-4d6f-9752-577853f106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b338cc-af36-421f-920d-2f6875eb63d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85DD76-4B72-4EE2-ADD9-B70FEDDFE8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916DCD-92D0-4EC6-9EE3-91FFEB4F9D0C}">
  <ds:schemaRefs>
    <ds:schemaRef ds:uri="73cdcc7e-0db4-4d6f-9752-577853f10653"/>
    <ds:schemaRef ds:uri="http://schemas.microsoft.com/office/2006/documentManagement/types"/>
    <ds:schemaRef ds:uri="http://purl.org/dc/elements/1.1/"/>
    <ds:schemaRef ds:uri="b7b338cc-af36-421f-920d-2f6875eb63d8"/>
    <ds:schemaRef ds:uri="http://www.w3.org/XML/1998/namespace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94701D9-EC77-4058-B1C7-24173FF577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cdcc7e-0db4-4d6f-9752-577853f10653"/>
    <ds:schemaRef ds:uri="b7b338cc-af36-421f-920d-2f6875eb63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4023</Words>
  <Application>Microsoft Office PowerPoint</Application>
  <PresentationFormat>Widescreen</PresentationFormat>
  <Paragraphs>1039</Paragraphs>
  <Slides>42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42</vt:i4>
      </vt:variant>
    </vt:vector>
  </HeadingPairs>
  <TitlesOfParts>
    <vt:vector size="43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maurizio fiusco</dc:creator>
  <cp:lastModifiedBy>maurizio fiusco</cp:lastModifiedBy>
  <cp:revision>2</cp:revision>
  <dcterms:created xsi:type="dcterms:W3CDTF">2025-04-10T14:07:30Z</dcterms:created>
  <dcterms:modified xsi:type="dcterms:W3CDTF">2025-04-28T07:07:35Z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0x0101005E9FA87A72B8FA458B8499D3C33A64D9</vt:lpwstr>
  </property>
</Properties>
</file>