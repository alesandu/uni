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Figtree"/>
      <p:regular r:id="rId23"/>
      <p:bold r:id="rId24"/>
      <p:italic r:id="rId25"/>
      <p:boldItalic r:id="rId26"/>
    </p:embeddedFont>
    <p:embeddedFont>
      <p:font typeface="Hanken Grotesk"/>
      <p:regular r:id="rId27"/>
      <p:bold r:id="rId28"/>
      <p:italic r:id="rId29"/>
      <p:boldItalic r:id="rId30"/>
    </p:embeddedFont>
    <p:embeddedFont>
      <p:font typeface="Inconsolata"/>
      <p:regular r:id="rId31"/>
      <p:bold r:id="rId32"/>
    </p:embeddedFont>
    <p:embeddedFont>
      <p:font typeface="Fira Sans Extra Condensed Medium"/>
      <p:regular r:id="rId33"/>
      <p:bold r:id="rId34"/>
      <p:italic r:id="rId35"/>
      <p:boldItalic r:id="rId36"/>
    </p:embeddedFont>
    <p:embeddedFont>
      <p:font typeface="Barlow Semi Condensed Medium"/>
      <p:regular r:id="rId37"/>
      <p:bold r:id="rId38"/>
      <p:italic r:id="rId39"/>
      <p:boldItalic r:id="rId40"/>
    </p:embeddedFont>
    <p:embeddedFont>
      <p:font typeface="Figtree Black"/>
      <p:bold r:id="rId41"/>
      <p:boldItalic r:id="rId42"/>
    </p:embeddedFont>
    <p:embeddedFont>
      <p:font typeface="Bebas Neue"/>
      <p:regular r:id="rId43"/>
    </p:embeddedFont>
    <p:embeddedFont>
      <p:font typeface="Fira Sans Condensed Medium"/>
      <p:regular r:id="rId44"/>
      <p:bold r:id="rId45"/>
      <p:italic r:id="rId46"/>
      <p:boldItalic r:id="rId47"/>
    </p:embeddedFont>
    <p:embeddedFont>
      <p:font typeface="Work Sans Medium"/>
      <p:regular r:id="rId48"/>
      <p:bold r:id="rId49"/>
      <p:italic r:id="rId50"/>
      <p:boldItalic r:id="rId51"/>
    </p:embeddedFont>
    <p:embeddedFont>
      <p:font typeface="Barlow Semi Condensed"/>
      <p:regular r:id="rId52"/>
      <p:bold r:id="rId53"/>
      <p:italic r:id="rId54"/>
      <p:boldItalic r:id="rId55"/>
    </p:embeddedFont>
    <p:embeddedFont>
      <p:font typeface="Inconsolata Black"/>
      <p:bold r:id="rId56"/>
    </p:embeddedFont>
    <p:embeddedFont>
      <p:font typeface="Open Sans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SemiCondensedMedium-boldItalic.fntdata"/><Relationship Id="rId42" Type="http://schemas.openxmlformats.org/officeDocument/2006/relationships/font" Target="fonts/FigtreeBlack-boldItalic.fntdata"/><Relationship Id="rId41" Type="http://schemas.openxmlformats.org/officeDocument/2006/relationships/font" Target="fonts/FigtreeBlack-bold.fntdata"/><Relationship Id="rId44" Type="http://schemas.openxmlformats.org/officeDocument/2006/relationships/font" Target="fonts/FiraSansCondensedMedium-regular.fntdata"/><Relationship Id="rId43" Type="http://schemas.openxmlformats.org/officeDocument/2006/relationships/font" Target="fonts/BebasNeue-regular.fntdata"/><Relationship Id="rId46" Type="http://schemas.openxmlformats.org/officeDocument/2006/relationships/font" Target="fonts/FiraSansCondensedMedium-italic.fntdata"/><Relationship Id="rId45" Type="http://schemas.openxmlformats.org/officeDocument/2006/relationships/font" Target="fonts/FiraSansCondensed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WorkSansMedium-regular.fntdata"/><Relationship Id="rId47" Type="http://schemas.openxmlformats.org/officeDocument/2006/relationships/font" Target="fonts/FiraSansCondensedMedium-boldItalic.fntdata"/><Relationship Id="rId49" Type="http://schemas.openxmlformats.org/officeDocument/2006/relationships/font" Target="fonts/WorkSans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consolata-regular.fntdata"/><Relationship Id="rId30" Type="http://schemas.openxmlformats.org/officeDocument/2006/relationships/font" Target="fonts/HankenGrotesk-boldItalic.fntdata"/><Relationship Id="rId33" Type="http://schemas.openxmlformats.org/officeDocument/2006/relationships/font" Target="fonts/FiraSansExtraCondensedMedium-regular.fntdata"/><Relationship Id="rId32" Type="http://schemas.openxmlformats.org/officeDocument/2006/relationships/font" Target="fonts/Inconsolata-bold.fntdata"/><Relationship Id="rId35" Type="http://schemas.openxmlformats.org/officeDocument/2006/relationships/font" Target="fonts/FiraSansExtraCondensedMedium-italic.fntdata"/><Relationship Id="rId34" Type="http://schemas.openxmlformats.org/officeDocument/2006/relationships/font" Target="fonts/FiraSansExtraCondensedMedium-bold.fntdata"/><Relationship Id="rId37" Type="http://schemas.openxmlformats.org/officeDocument/2006/relationships/font" Target="fonts/BarlowSemiCondensedMedium-regular.fntdata"/><Relationship Id="rId36" Type="http://schemas.openxmlformats.org/officeDocument/2006/relationships/font" Target="fonts/FiraSansExtraCondensedMedium-boldItalic.fntdata"/><Relationship Id="rId39" Type="http://schemas.openxmlformats.org/officeDocument/2006/relationships/font" Target="fonts/BarlowSemiCondensedMedium-italic.fntdata"/><Relationship Id="rId38" Type="http://schemas.openxmlformats.org/officeDocument/2006/relationships/font" Target="fonts/BarlowSemiCondensedMedium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Figtree-bold.fntdata"/><Relationship Id="rId23" Type="http://schemas.openxmlformats.org/officeDocument/2006/relationships/font" Target="fonts/Figtree-regular.fntdata"/><Relationship Id="rId60" Type="http://schemas.openxmlformats.org/officeDocument/2006/relationships/font" Target="fonts/OpenSans-boldItalic.fntdata"/><Relationship Id="rId26" Type="http://schemas.openxmlformats.org/officeDocument/2006/relationships/font" Target="fonts/Figtree-boldItalic.fntdata"/><Relationship Id="rId25" Type="http://schemas.openxmlformats.org/officeDocument/2006/relationships/font" Target="fonts/Figtree-italic.fntdata"/><Relationship Id="rId28" Type="http://schemas.openxmlformats.org/officeDocument/2006/relationships/font" Target="fonts/HankenGrotesk-bold.fntdata"/><Relationship Id="rId27" Type="http://schemas.openxmlformats.org/officeDocument/2006/relationships/font" Target="fonts/HankenGrotesk-regular.fntdata"/><Relationship Id="rId29" Type="http://schemas.openxmlformats.org/officeDocument/2006/relationships/font" Target="fonts/HankenGrotesk-italic.fntdata"/><Relationship Id="rId51" Type="http://schemas.openxmlformats.org/officeDocument/2006/relationships/font" Target="fonts/WorkSansMedium-boldItalic.fntdata"/><Relationship Id="rId50" Type="http://schemas.openxmlformats.org/officeDocument/2006/relationships/font" Target="fonts/WorkSansMedium-italic.fntdata"/><Relationship Id="rId53" Type="http://schemas.openxmlformats.org/officeDocument/2006/relationships/font" Target="fonts/BarlowSemiCondensed-bold.fntdata"/><Relationship Id="rId52" Type="http://schemas.openxmlformats.org/officeDocument/2006/relationships/font" Target="fonts/BarlowSemiCondensed-regular.fntdata"/><Relationship Id="rId11" Type="http://schemas.openxmlformats.org/officeDocument/2006/relationships/slide" Target="slides/slide6.xml"/><Relationship Id="rId55" Type="http://schemas.openxmlformats.org/officeDocument/2006/relationships/font" Target="fonts/BarlowSemiCondensed-boldItalic.fntdata"/><Relationship Id="rId10" Type="http://schemas.openxmlformats.org/officeDocument/2006/relationships/slide" Target="slides/slide5.xml"/><Relationship Id="rId54" Type="http://schemas.openxmlformats.org/officeDocument/2006/relationships/font" Target="fonts/BarlowSemiCondensed-italic.fntdata"/><Relationship Id="rId13" Type="http://schemas.openxmlformats.org/officeDocument/2006/relationships/slide" Target="slides/slide8.xml"/><Relationship Id="rId57" Type="http://schemas.openxmlformats.org/officeDocument/2006/relationships/font" Target="fonts/OpenSans-regular.fntdata"/><Relationship Id="rId12" Type="http://schemas.openxmlformats.org/officeDocument/2006/relationships/slide" Target="slides/slide7.xml"/><Relationship Id="rId56" Type="http://schemas.openxmlformats.org/officeDocument/2006/relationships/font" Target="fonts/InconsolataBlack-bold.fntdata"/><Relationship Id="rId15" Type="http://schemas.openxmlformats.org/officeDocument/2006/relationships/slide" Target="slides/slide10.xml"/><Relationship Id="rId59" Type="http://schemas.openxmlformats.org/officeDocument/2006/relationships/font" Target="fonts/OpenSans-italic.fntdata"/><Relationship Id="rId14" Type="http://schemas.openxmlformats.org/officeDocument/2006/relationships/slide" Target="slides/slide9.xml"/><Relationship Id="rId58" Type="http://schemas.openxmlformats.org/officeDocument/2006/relationships/font" Target="fonts/OpenSans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711687450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711687450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711687450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711687450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711687450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711687450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711687450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711687450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711687450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711687450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711687450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711687450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711687450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711687450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7116874503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711687450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7116874503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711687450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71333ae76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71333ae76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7116874503_0_1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7116874503_0_1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71333ae76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71333ae7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71333ae76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71333ae76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71333ae76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71333ae76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71333ae76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71333ae76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7116874503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7116874503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7116874503_0_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7116874503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Relationship Id="rId5" Type="http://schemas.openxmlformats.org/officeDocument/2006/relationships/hyperlink" Target="https://stories.freepik.com/" TargetMode="Externa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495626"/>
            <a:ext cx="5408700" cy="28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4010175"/>
            <a:ext cx="7717500" cy="5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5826274" y="-1017626"/>
            <a:ext cx="4310400" cy="4310400"/>
          </a:xfrm>
          <a:prstGeom prst="ellipse">
            <a:avLst/>
          </a:prstGeom>
          <a:gradFill>
            <a:gsLst>
              <a:gs pos="0">
                <a:srgbClr val="B8B9C0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713188" y="1600025"/>
            <a:ext cx="4284300" cy="10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2436154" y="140559"/>
            <a:ext cx="25614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713225" y="4166097"/>
            <a:ext cx="4284300" cy="5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6" name="Google Shape;16;p3"/>
          <p:cNvSpPr/>
          <p:nvPr/>
        </p:nvSpPr>
        <p:spPr>
          <a:xfrm flipH="1">
            <a:off x="2798475" y="1637175"/>
            <a:ext cx="4131300" cy="41313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 flipH="1">
            <a:off x="-608450" y="-540550"/>
            <a:ext cx="3685500" cy="36855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>
            <p:ph idx="3" type="pic"/>
          </p:nvPr>
        </p:nvSpPr>
        <p:spPr>
          <a:xfrm>
            <a:off x="5164500" y="0"/>
            <a:ext cx="39795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712350" y="344909"/>
            <a:ext cx="771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712350" y="1092375"/>
            <a:ext cx="7719300" cy="4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22" name="Google Shape;22;p4"/>
          <p:cNvSpPr/>
          <p:nvPr/>
        </p:nvSpPr>
        <p:spPr>
          <a:xfrm>
            <a:off x="7604625" y="3885625"/>
            <a:ext cx="2555400" cy="25554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-1973425" y="-2063100"/>
            <a:ext cx="4763700" cy="47637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-1829650" y="3490800"/>
            <a:ext cx="3429300" cy="34293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6883950" y="-1816675"/>
            <a:ext cx="3932100" cy="39321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713225" y="430500"/>
            <a:ext cx="7332600" cy="9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subTitle"/>
          </p:nvPr>
        </p:nvSpPr>
        <p:spPr>
          <a:xfrm>
            <a:off x="1374513" y="3148204"/>
            <a:ext cx="3089700" cy="12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2" type="subTitle"/>
          </p:nvPr>
        </p:nvSpPr>
        <p:spPr>
          <a:xfrm>
            <a:off x="4679788" y="3148204"/>
            <a:ext cx="3089700" cy="12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3" type="subTitle"/>
          </p:nvPr>
        </p:nvSpPr>
        <p:spPr>
          <a:xfrm>
            <a:off x="1374513" y="2466212"/>
            <a:ext cx="3089700" cy="5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taatliches"/>
              <a:buNone/>
              <a:defRPr b="1" sz="2300"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4" type="subTitle"/>
          </p:nvPr>
        </p:nvSpPr>
        <p:spPr>
          <a:xfrm>
            <a:off x="4679788" y="2466212"/>
            <a:ext cx="3089700" cy="5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taatliches"/>
              <a:buNone/>
              <a:defRPr b="1" sz="2300"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5" type="subTitle"/>
          </p:nvPr>
        </p:nvSpPr>
        <p:spPr>
          <a:xfrm>
            <a:off x="713225" y="1668375"/>
            <a:ext cx="77268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 flipH="1">
            <a:off x="6309850" y="-1654300"/>
            <a:ext cx="4312500" cy="4312500"/>
          </a:xfrm>
          <a:prstGeom prst="ellipse">
            <a:avLst/>
          </a:prstGeom>
          <a:gradFill>
            <a:gsLst>
              <a:gs pos="0">
                <a:srgbClr val="44D4B4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6" name="Google Shape;36;p6"/>
          <p:cNvSpPr/>
          <p:nvPr/>
        </p:nvSpPr>
        <p:spPr>
          <a:xfrm flipH="1">
            <a:off x="-2165100" y="3684200"/>
            <a:ext cx="3647700" cy="36477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6877925" y="958275"/>
            <a:ext cx="4598400" cy="4598400"/>
          </a:xfrm>
          <a:prstGeom prst="ellipse">
            <a:avLst/>
          </a:prstGeom>
          <a:gradFill>
            <a:gsLst>
              <a:gs pos="0">
                <a:schemeClr val="accent3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/>
          <p:nvPr/>
        </p:nvSpPr>
        <p:spPr>
          <a:xfrm>
            <a:off x="-2685100" y="-1618950"/>
            <a:ext cx="5506800" cy="5506800"/>
          </a:xfrm>
          <a:prstGeom prst="ellipse">
            <a:avLst/>
          </a:prstGeom>
          <a:gradFill>
            <a:gsLst>
              <a:gs pos="0">
                <a:srgbClr val="4C9484">
                  <a:alpha val="3176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7"/>
          <p:cNvSpPr txBox="1"/>
          <p:nvPr>
            <p:ph type="title"/>
          </p:nvPr>
        </p:nvSpPr>
        <p:spPr>
          <a:xfrm>
            <a:off x="2007050" y="1116617"/>
            <a:ext cx="5200500" cy="13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subTitle"/>
          </p:nvPr>
        </p:nvSpPr>
        <p:spPr>
          <a:xfrm>
            <a:off x="2007050" y="2862592"/>
            <a:ext cx="4501200" cy="13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/>
          <p:nvPr/>
        </p:nvSpPr>
        <p:spPr>
          <a:xfrm>
            <a:off x="5140425" y="1576275"/>
            <a:ext cx="4516200" cy="45162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/>
          <p:nvPr/>
        </p:nvSpPr>
        <p:spPr>
          <a:xfrm>
            <a:off x="-582351" y="-485301"/>
            <a:ext cx="4310400" cy="4310400"/>
          </a:xfrm>
          <a:prstGeom prst="ellipse">
            <a:avLst/>
          </a:prstGeom>
          <a:gradFill>
            <a:gsLst>
              <a:gs pos="0">
                <a:srgbClr val="B8B9C0">
                  <a:alpha val="8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5" name="Google Shape;45;p8"/>
          <p:cNvSpPr txBox="1"/>
          <p:nvPr>
            <p:ph type="title"/>
          </p:nvPr>
        </p:nvSpPr>
        <p:spPr>
          <a:xfrm>
            <a:off x="735800" y="1341400"/>
            <a:ext cx="6143100" cy="25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type="ctrTitle"/>
          </p:nvPr>
        </p:nvSpPr>
        <p:spPr>
          <a:xfrm>
            <a:off x="713225" y="1395931"/>
            <a:ext cx="5226900" cy="1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6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" type="subTitle"/>
          </p:nvPr>
        </p:nvSpPr>
        <p:spPr>
          <a:xfrm>
            <a:off x="713225" y="2719014"/>
            <a:ext cx="4272000" cy="11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9" name="Google Shape;49;p9"/>
          <p:cNvSpPr/>
          <p:nvPr/>
        </p:nvSpPr>
        <p:spPr>
          <a:xfrm>
            <a:off x="3803575" y="843650"/>
            <a:ext cx="4516200" cy="4516200"/>
          </a:xfrm>
          <a:prstGeom prst="ellipse">
            <a:avLst/>
          </a:prstGeom>
          <a:gradFill>
            <a:gsLst>
              <a:gs pos="0">
                <a:srgbClr val="B8B9C0">
                  <a:alpha val="8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/>
          <p:nvPr/>
        </p:nvSpPr>
        <p:spPr>
          <a:xfrm>
            <a:off x="2783524" y="-991326"/>
            <a:ext cx="4310400" cy="4310400"/>
          </a:xfrm>
          <a:prstGeom prst="ellipse">
            <a:avLst/>
          </a:prstGeom>
          <a:gradFill>
            <a:gsLst>
              <a:gs pos="0">
                <a:srgbClr val="44D4B4">
                  <a:alpha val="16862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/>
          <p:nvPr>
            <p:ph idx="2" type="pic"/>
          </p:nvPr>
        </p:nvSpPr>
        <p:spPr>
          <a:xfrm>
            <a:off x="1850" y="-122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0"/>
          <p:cNvSpPr txBox="1"/>
          <p:nvPr>
            <p:ph type="title"/>
          </p:nvPr>
        </p:nvSpPr>
        <p:spPr>
          <a:xfrm>
            <a:off x="679825" y="3583400"/>
            <a:ext cx="3923100" cy="9219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1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698550" y="1106125"/>
            <a:ext cx="7137300" cy="16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subTitle"/>
          </p:nvPr>
        </p:nvSpPr>
        <p:spPr>
          <a:xfrm>
            <a:off x="698550" y="3321321"/>
            <a:ext cx="49659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7" name="Google Shape;57;p11"/>
          <p:cNvSpPr/>
          <p:nvPr/>
        </p:nvSpPr>
        <p:spPr>
          <a:xfrm>
            <a:off x="6419175" y="1901137"/>
            <a:ext cx="4516200" cy="4516200"/>
          </a:xfrm>
          <a:prstGeom prst="ellipse">
            <a:avLst/>
          </a:prstGeom>
          <a:gradFill>
            <a:gsLst>
              <a:gs pos="0">
                <a:srgbClr val="93E6D3">
                  <a:alpha val="76862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/>
          <p:nvPr/>
        </p:nvSpPr>
        <p:spPr>
          <a:xfrm>
            <a:off x="4345624" y="-1246589"/>
            <a:ext cx="4310400" cy="43104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9" name="Google Shape;59;p11"/>
          <p:cNvSpPr/>
          <p:nvPr/>
        </p:nvSpPr>
        <p:spPr>
          <a:xfrm>
            <a:off x="-975401" y="3165549"/>
            <a:ext cx="4310400" cy="43104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2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 flipH="1">
            <a:off x="1415725" y="1509850"/>
            <a:ext cx="23958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 flipH="1">
            <a:off x="1415975" y="2328350"/>
            <a:ext cx="23955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3"/>
          <p:cNvSpPr txBox="1"/>
          <p:nvPr>
            <p:ph hasCustomPrompt="1" idx="2" type="title"/>
          </p:nvPr>
        </p:nvSpPr>
        <p:spPr>
          <a:xfrm flipH="1">
            <a:off x="720753" y="1263787"/>
            <a:ext cx="733500" cy="13533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3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/>
          <p:nvPr>
            <p:ph idx="3" type="ctrTitle"/>
          </p:nvPr>
        </p:nvSpPr>
        <p:spPr>
          <a:xfrm>
            <a:off x="4829051" y="1509859"/>
            <a:ext cx="23958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66" name="Google Shape;66;p13"/>
          <p:cNvSpPr txBox="1"/>
          <p:nvPr>
            <p:ph idx="4" type="subTitle"/>
          </p:nvPr>
        </p:nvSpPr>
        <p:spPr>
          <a:xfrm>
            <a:off x="4829025" y="2328350"/>
            <a:ext cx="23955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3"/>
          <p:cNvSpPr txBox="1"/>
          <p:nvPr>
            <p:ph hasCustomPrompt="1" idx="5" type="title"/>
          </p:nvPr>
        </p:nvSpPr>
        <p:spPr>
          <a:xfrm>
            <a:off x="4133313" y="1267087"/>
            <a:ext cx="733500" cy="1350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3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/>
          <p:nvPr>
            <p:ph idx="6" type="ctrTitle"/>
          </p:nvPr>
        </p:nvSpPr>
        <p:spPr>
          <a:xfrm flipH="1">
            <a:off x="1415723" y="3091750"/>
            <a:ext cx="23958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69" name="Google Shape;69;p13"/>
          <p:cNvSpPr txBox="1"/>
          <p:nvPr>
            <p:ph idx="7" type="subTitle"/>
          </p:nvPr>
        </p:nvSpPr>
        <p:spPr>
          <a:xfrm flipH="1">
            <a:off x="1415771" y="3907446"/>
            <a:ext cx="23955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3"/>
          <p:cNvSpPr txBox="1"/>
          <p:nvPr>
            <p:ph hasCustomPrompt="1" idx="8" type="title"/>
          </p:nvPr>
        </p:nvSpPr>
        <p:spPr>
          <a:xfrm flipH="1">
            <a:off x="723428" y="2846638"/>
            <a:ext cx="733500" cy="1350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3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/>
          <p:nvPr>
            <p:ph idx="9" type="ctrTitle"/>
          </p:nvPr>
        </p:nvSpPr>
        <p:spPr>
          <a:xfrm>
            <a:off x="4829053" y="3091759"/>
            <a:ext cx="23958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2" name="Google Shape;72;p13"/>
          <p:cNvSpPr txBox="1"/>
          <p:nvPr>
            <p:ph idx="13" type="subTitle"/>
          </p:nvPr>
        </p:nvSpPr>
        <p:spPr>
          <a:xfrm>
            <a:off x="4829054" y="3907446"/>
            <a:ext cx="23955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13"/>
          <p:cNvSpPr txBox="1"/>
          <p:nvPr>
            <p:ph hasCustomPrompt="1" idx="14" type="title"/>
          </p:nvPr>
        </p:nvSpPr>
        <p:spPr>
          <a:xfrm>
            <a:off x="4130513" y="2846638"/>
            <a:ext cx="733500" cy="1350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3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/>
          <p:nvPr>
            <p:ph idx="15" type="ctrTitle"/>
          </p:nvPr>
        </p:nvSpPr>
        <p:spPr>
          <a:xfrm>
            <a:off x="715450" y="436050"/>
            <a:ext cx="7713000" cy="577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5" name="Google Shape;75;p13"/>
          <p:cNvSpPr/>
          <p:nvPr/>
        </p:nvSpPr>
        <p:spPr>
          <a:xfrm>
            <a:off x="7170050" y="1976500"/>
            <a:ext cx="3647700" cy="3647700"/>
          </a:xfrm>
          <a:prstGeom prst="ellipse">
            <a:avLst/>
          </a:prstGeom>
          <a:gradFill>
            <a:gsLst>
              <a:gs pos="0">
                <a:srgbClr val="4C9484">
                  <a:alpha val="57647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3"/>
          <p:cNvSpPr/>
          <p:nvPr/>
        </p:nvSpPr>
        <p:spPr>
          <a:xfrm>
            <a:off x="7347650" y="-809450"/>
            <a:ext cx="2697900" cy="26979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ONE_COLUMN_TEX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713225" y="4127083"/>
            <a:ext cx="3310200" cy="4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21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9" name="Google Shape;79;p14"/>
          <p:cNvSpPr txBox="1"/>
          <p:nvPr>
            <p:ph idx="1" type="subTitle"/>
          </p:nvPr>
        </p:nvSpPr>
        <p:spPr>
          <a:xfrm>
            <a:off x="713225" y="1073608"/>
            <a:ext cx="4596000" cy="17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80" name="Google Shape;80;p14"/>
          <p:cNvSpPr/>
          <p:nvPr/>
        </p:nvSpPr>
        <p:spPr>
          <a:xfrm>
            <a:off x="-74175" y="2702400"/>
            <a:ext cx="1600" cy="1600"/>
          </a:xfrm>
          <a:custGeom>
            <a:rect b="b" l="l" r="r" t="t"/>
            <a:pathLst>
              <a:path extrusionOk="0" h="64" w="64">
                <a:moveTo>
                  <a:pt x="63" y="0"/>
                </a:moveTo>
                <a:cubicBezTo>
                  <a:pt x="21" y="21"/>
                  <a:pt x="0" y="21"/>
                  <a:pt x="0" y="63"/>
                </a:cubicBezTo>
                <a:cubicBezTo>
                  <a:pt x="42" y="63"/>
                  <a:pt x="63" y="21"/>
                  <a:pt x="63" y="0"/>
                </a:cubicBezTo>
                <a:close/>
              </a:path>
            </a:pathLst>
          </a:custGeom>
          <a:solidFill>
            <a:srgbClr val="D7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-72600" y="2702400"/>
            <a:ext cx="25" cy="25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D7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/>
          <p:nvPr/>
        </p:nvSpPr>
        <p:spPr>
          <a:xfrm>
            <a:off x="5233425" y="-1776250"/>
            <a:ext cx="4763700" cy="47637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4"/>
          <p:cNvSpPr/>
          <p:nvPr/>
        </p:nvSpPr>
        <p:spPr>
          <a:xfrm>
            <a:off x="7812250" y="812675"/>
            <a:ext cx="2442600" cy="24426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" name="Google Shape;86;p15"/>
          <p:cNvSpPr/>
          <p:nvPr/>
        </p:nvSpPr>
        <p:spPr>
          <a:xfrm>
            <a:off x="7944150" y="2874975"/>
            <a:ext cx="3647700" cy="36477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-1391350" y="258825"/>
            <a:ext cx="2697900" cy="2697900"/>
          </a:xfrm>
          <a:prstGeom prst="ellipse">
            <a:avLst/>
          </a:prstGeom>
          <a:gradFill>
            <a:gsLst>
              <a:gs pos="0">
                <a:schemeClr val="accent3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" name="Google Shape;90;p16"/>
          <p:cNvSpPr/>
          <p:nvPr/>
        </p:nvSpPr>
        <p:spPr>
          <a:xfrm>
            <a:off x="-2454225" y="2649100"/>
            <a:ext cx="3647700" cy="3647700"/>
          </a:xfrm>
          <a:prstGeom prst="ellipse">
            <a:avLst/>
          </a:prstGeom>
          <a:gradFill>
            <a:gsLst>
              <a:gs pos="0">
                <a:schemeClr val="accent3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7931625" y="-60382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/>
          <p:nvPr/>
        </p:nvSpPr>
        <p:spPr>
          <a:xfrm>
            <a:off x="5375825" y="-1776250"/>
            <a:ext cx="4763700" cy="4763700"/>
          </a:xfrm>
          <a:prstGeom prst="ellipse">
            <a:avLst/>
          </a:prstGeom>
          <a:gradFill>
            <a:gsLst>
              <a:gs pos="0">
                <a:schemeClr val="accent3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5" name="Google Shape;95;p17"/>
          <p:cNvSpPr/>
          <p:nvPr/>
        </p:nvSpPr>
        <p:spPr>
          <a:xfrm>
            <a:off x="-1325425" y="3628450"/>
            <a:ext cx="2555400" cy="2555400"/>
          </a:xfrm>
          <a:prstGeom prst="ellipse">
            <a:avLst/>
          </a:prstGeom>
          <a:gradFill>
            <a:gsLst>
              <a:gs pos="0">
                <a:srgbClr val="4C9484">
                  <a:alpha val="64313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8" name="Google Shape;98;p18"/>
          <p:cNvSpPr/>
          <p:nvPr/>
        </p:nvSpPr>
        <p:spPr>
          <a:xfrm>
            <a:off x="-2715300" y="2289150"/>
            <a:ext cx="4763700" cy="4763700"/>
          </a:xfrm>
          <a:prstGeom prst="ellipse">
            <a:avLst/>
          </a:prstGeom>
          <a:gradFill>
            <a:gsLst>
              <a:gs pos="0">
                <a:schemeClr val="accent3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/>
          <p:nvPr/>
        </p:nvSpPr>
        <p:spPr>
          <a:xfrm>
            <a:off x="7416100" y="-1348725"/>
            <a:ext cx="2937600" cy="29376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5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2" name="Google Shape;102;p19"/>
          <p:cNvSpPr/>
          <p:nvPr/>
        </p:nvSpPr>
        <p:spPr>
          <a:xfrm>
            <a:off x="7254450" y="2609475"/>
            <a:ext cx="3647700" cy="36477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/>
          <p:nvPr/>
        </p:nvSpPr>
        <p:spPr>
          <a:xfrm>
            <a:off x="-1559500" y="-636350"/>
            <a:ext cx="2697900" cy="26979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6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/>
          <p:nvPr/>
        </p:nvSpPr>
        <p:spPr>
          <a:xfrm>
            <a:off x="5375825" y="-1776250"/>
            <a:ext cx="4763700" cy="47637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 txBox="1"/>
          <p:nvPr>
            <p:ph type="ctrTitle"/>
          </p:nvPr>
        </p:nvSpPr>
        <p:spPr>
          <a:xfrm>
            <a:off x="708625" y="428483"/>
            <a:ext cx="77268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TITLE_ONLY_7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/>
          <p:nvPr/>
        </p:nvSpPr>
        <p:spPr>
          <a:xfrm>
            <a:off x="5558825" y="-1507975"/>
            <a:ext cx="4763700" cy="47637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1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0" name="Google Shape;110;p21"/>
          <p:cNvSpPr/>
          <p:nvPr/>
        </p:nvSpPr>
        <p:spPr>
          <a:xfrm>
            <a:off x="-1786025" y="3187200"/>
            <a:ext cx="3647700" cy="36477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TITLE_ONLY_8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3" name="Google Shape;113;p22"/>
          <p:cNvSpPr/>
          <p:nvPr/>
        </p:nvSpPr>
        <p:spPr>
          <a:xfrm rot="-1674204">
            <a:off x="7568418" y="215952"/>
            <a:ext cx="3647575" cy="3647575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/>
          <p:nvPr/>
        </p:nvSpPr>
        <p:spPr>
          <a:xfrm rot="-1674432">
            <a:off x="6927657" y="-576384"/>
            <a:ext cx="2697841" cy="2697841"/>
          </a:xfrm>
          <a:prstGeom prst="ellipse">
            <a:avLst/>
          </a:prstGeom>
          <a:gradFill>
            <a:gsLst>
              <a:gs pos="0">
                <a:srgbClr val="B8B9C0">
                  <a:alpha val="8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2"/>
          <p:cNvSpPr/>
          <p:nvPr/>
        </p:nvSpPr>
        <p:spPr>
          <a:xfrm rot="-1674432">
            <a:off x="-1256118" y="3214616"/>
            <a:ext cx="2697841" cy="2697841"/>
          </a:xfrm>
          <a:prstGeom prst="ellipse">
            <a:avLst/>
          </a:prstGeom>
          <a:gradFill>
            <a:gsLst>
              <a:gs pos="0">
                <a:srgbClr val="B8B9C0">
                  <a:alpha val="8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9">
  <p:cSld name="TITLE_ONLY_9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8" name="Google Shape;118;p23"/>
          <p:cNvSpPr/>
          <p:nvPr/>
        </p:nvSpPr>
        <p:spPr>
          <a:xfrm>
            <a:off x="-1804250" y="2312175"/>
            <a:ext cx="4763700" cy="4763700"/>
          </a:xfrm>
          <a:prstGeom prst="ellipse">
            <a:avLst/>
          </a:prstGeom>
          <a:gradFill>
            <a:gsLst>
              <a:gs pos="0">
                <a:srgbClr val="4C9484">
                  <a:alpha val="57647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3"/>
          <p:cNvSpPr/>
          <p:nvPr/>
        </p:nvSpPr>
        <p:spPr>
          <a:xfrm>
            <a:off x="7371600" y="-953075"/>
            <a:ext cx="2937600" cy="2937600"/>
          </a:xfrm>
          <a:prstGeom prst="ellipse">
            <a:avLst/>
          </a:prstGeom>
          <a:gradFill>
            <a:gsLst>
              <a:gs pos="0">
                <a:srgbClr val="B8B9C0">
                  <a:alpha val="8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0">
  <p:cSld name="TITLE_ONLY_10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2" name="Google Shape;122;p24"/>
          <p:cNvSpPr/>
          <p:nvPr/>
        </p:nvSpPr>
        <p:spPr>
          <a:xfrm>
            <a:off x="-1351300" y="3243450"/>
            <a:ext cx="3647700" cy="3647700"/>
          </a:xfrm>
          <a:prstGeom prst="ellipse">
            <a:avLst/>
          </a:prstGeom>
          <a:gradFill>
            <a:gsLst>
              <a:gs pos="0">
                <a:srgbClr val="B8B9C0">
                  <a:alpha val="8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4"/>
          <p:cNvSpPr/>
          <p:nvPr/>
        </p:nvSpPr>
        <p:spPr>
          <a:xfrm>
            <a:off x="5016900" y="26857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4"/>
          <p:cNvSpPr/>
          <p:nvPr/>
        </p:nvSpPr>
        <p:spPr>
          <a:xfrm>
            <a:off x="2211125" y="387100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4"/>
          <p:cNvSpPr/>
          <p:nvPr/>
        </p:nvSpPr>
        <p:spPr>
          <a:xfrm>
            <a:off x="3595625" y="34152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4"/>
          <p:cNvSpPr/>
          <p:nvPr/>
        </p:nvSpPr>
        <p:spPr>
          <a:xfrm>
            <a:off x="6410350" y="22717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1">
  <p:cSld name="TITLE_ONLY_1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9" name="Google Shape;129;p25"/>
          <p:cNvSpPr/>
          <p:nvPr/>
        </p:nvSpPr>
        <p:spPr>
          <a:xfrm rot="-1674432">
            <a:off x="-995293" y="3564341"/>
            <a:ext cx="2697841" cy="2697841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5"/>
          <p:cNvSpPr/>
          <p:nvPr/>
        </p:nvSpPr>
        <p:spPr>
          <a:xfrm rot="-1674204">
            <a:off x="7853793" y="-1135948"/>
            <a:ext cx="3647575" cy="3647575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2">
  <p:cSld name="TITLE_ONLY_12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3" name="Google Shape;133;p26"/>
          <p:cNvSpPr/>
          <p:nvPr/>
        </p:nvSpPr>
        <p:spPr>
          <a:xfrm rot="-1674204">
            <a:off x="-1936632" y="2915427"/>
            <a:ext cx="3647575" cy="3647575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6"/>
          <p:cNvSpPr/>
          <p:nvPr/>
        </p:nvSpPr>
        <p:spPr>
          <a:xfrm rot="-1674432">
            <a:off x="7486507" y="-726234"/>
            <a:ext cx="2697841" cy="2697841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3">
  <p:cSld name="TITLE_ONLY_13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7" name="Google Shape;137;p27"/>
          <p:cNvSpPr/>
          <p:nvPr/>
        </p:nvSpPr>
        <p:spPr>
          <a:xfrm>
            <a:off x="6725375" y="-1738825"/>
            <a:ext cx="4131300" cy="41313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7"/>
          <p:cNvSpPr/>
          <p:nvPr/>
        </p:nvSpPr>
        <p:spPr>
          <a:xfrm>
            <a:off x="-2630800" y="2788050"/>
            <a:ext cx="3685500" cy="36855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4">
  <p:cSld name="TITLE_ONLY_14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1" name="Google Shape;141;p28"/>
          <p:cNvSpPr/>
          <p:nvPr/>
        </p:nvSpPr>
        <p:spPr>
          <a:xfrm>
            <a:off x="6711175" y="-396400"/>
            <a:ext cx="4763700" cy="47637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8"/>
          <p:cNvSpPr/>
          <p:nvPr/>
        </p:nvSpPr>
        <p:spPr>
          <a:xfrm>
            <a:off x="-654650" y="3297075"/>
            <a:ext cx="2555400" cy="25554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5">
  <p:cSld name="TITLE_ONLY_15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9"/>
          <p:cNvSpPr txBox="1"/>
          <p:nvPr>
            <p:ph type="ctrTitle"/>
          </p:nvPr>
        </p:nvSpPr>
        <p:spPr>
          <a:xfrm>
            <a:off x="708625" y="341525"/>
            <a:ext cx="7726800" cy="6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5" name="Google Shape;145;p29"/>
          <p:cNvSpPr/>
          <p:nvPr/>
        </p:nvSpPr>
        <p:spPr>
          <a:xfrm>
            <a:off x="6162175" y="-2320450"/>
            <a:ext cx="4763700" cy="4763700"/>
          </a:xfrm>
          <a:prstGeom prst="ellipse">
            <a:avLst/>
          </a:prstGeom>
          <a:gradFill>
            <a:gsLst>
              <a:gs pos="0">
                <a:srgbClr val="B8B9C0">
                  <a:alpha val="8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9"/>
          <p:cNvSpPr/>
          <p:nvPr/>
        </p:nvSpPr>
        <p:spPr>
          <a:xfrm>
            <a:off x="3813525" y="-2072500"/>
            <a:ext cx="3348900" cy="33489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6">
  <p:cSld name="TITLE_ONLY_16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0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9" name="Google Shape;149;p30"/>
          <p:cNvSpPr/>
          <p:nvPr/>
        </p:nvSpPr>
        <p:spPr>
          <a:xfrm>
            <a:off x="6389050" y="2315750"/>
            <a:ext cx="4131300" cy="41313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0"/>
          <p:cNvSpPr/>
          <p:nvPr/>
        </p:nvSpPr>
        <p:spPr>
          <a:xfrm>
            <a:off x="-2188800" y="-609300"/>
            <a:ext cx="3685500" cy="36855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7">
  <p:cSld name="TITLE_ONLY_17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1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3" name="Google Shape;153;p31"/>
          <p:cNvSpPr/>
          <p:nvPr/>
        </p:nvSpPr>
        <p:spPr>
          <a:xfrm>
            <a:off x="6725375" y="-1738825"/>
            <a:ext cx="4131300" cy="41313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1"/>
          <p:cNvSpPr/>
          <p:nvPr/>
        </p:nvSpPr>
        <p:spPr>
          <a:xfrm>
            <a:off x="-2624025" y="2808375"/>
            <a:ext cx="3685500" cy="36855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8">
  <p:cSld name="TITLE_ONLY_18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2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7" name="Google Shape;157;p32"/>
          <p:cNvSpPr/>
          <p:nvPr/>
        </p:nvSpPr>
        <p:spPr>
          <a:xfrm>
            <a:off x="6355200" y="1761850"/>
            <a:ext cx="4501500" cy="45015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2"/>
          <p:cNvSpPr/>
          <p:nvPr/>
        </p:nvSpPr>
        <p:spPr>
          <a:xfrm>
            <a:off x="-1318350" y="999500"/>
            <a:ext cx="2803800" cy="28038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9">
  <p:cSld name="TITLE_ONLY_19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33"/>
          <p:cNvSpPr/>
          <p:nvPr/>
        </p:nvSpPr>
        <p:spPr>
          <a:xfrm>
            <a:off x="7542150" y="-1970700"/>
            <a:ext cx="4516200" cy="4516200"/>
          </a:xfrm>
          <a:prstGeom prst="ellipse">
            <a:avLst/>
          </a:prstGeom>
          <a:gradFill>
            <a:gsLst>
              <a:gs pos="0">
                <a:srgbClr val="B8B9C0">
                  <a:alpha val="8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3"/>
          <p:cNvSpPr/>
          <p:nvPr/>
        </p:nvSpPr>
        <p:spPr>
          <a:xfrm>
            <a:off x="-2201926" y="2021274"/>
            <a:ext cx="4310400" cy="4310400"/>
          </a:xfrm>
          <a:prstGeom prst="ellipse">
            <a:avLst/>
          </a:prstGeom>
          <a:gradFill>
            <a:gsLst>
              <a:gs pos="0">
                <a:srgbClr val="93E6D3">
                  <a:alpha val="76862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0">
  <p:cSld name="TITLE_ONLY_20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4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5" name="Google Shape;165;p34"/>
          <p:cNvSpPr/>
          <p:nvPr/>
        </p:nvSpPr>
        <p:spPr>
          <a:xfrm flipH="1">
            <a:off x="5259050" y="-2159600"/>
            <a:ext cx="3685500" cy="36855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1">
  <p:cSld name="TITLE_ONLY_2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5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8" name="Google Shape;168;p35"/>
          <p:cNvSpPr/>
          <p:nvPr/>
        </p:nvSpPr>
        <p:spPr>
          <a:xfrm flipH="1">
            <a:off x="7546950" y="-368500"/>
            <a:ext cx="3685500" cy="36855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9" name="Google Shape;169;p35"/>
          <p:cNvGrpSpPr/>
          <p:nvPr/>
        </p:nvGrpSpPr>
        <p:grpSpPr>
          <a:xfrm>
            <a:off x="3454600" y="1316050"/>
            <a:ext cx="4341725" cy="3619025"/>
            <a:chOff x="3454600" y="1316050"/>
            <a:chExt cx="4341725" cy="3619025"/>
          </a:xfrm>
        </p:grpSpPr>
        <p:sp>
          <p:nvSpPr>
            <p:cNvPr id="170" name="Google Shape;170;p35"/>
            <p:cNvSpPr/>
            <p:nvPr/>
          </p:nvSpPr>
          <p:spPr>
            <a:xfrm>
              <a:off x="3454600" y="1352850"/>
              <a:ext cx="2697900" cy="2697900"/>
            </a:xfrm>
            <a:prstGeom prst="ellipse">
              <a:avLst/>
            </a:prstGeom>
            <a:gradFill>
              <a:gsLst>
                <a:gs pos="0">
                  <a:srgbClr val="44D4B4">
                    <a:alpha val="33725"/>
                  </a:srgbClr>
                </a:gs>
                <a:gs pos="50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1" name="Google Shape;171;p35"/>
            <p:cNvGrpSpPr/>
            <p:nvPr/>
          </p:nvGrpSpPr>
          <p:grpSpPr>
            <a:xfrm>
              <a:off x="4561575" y="1316050"/>
              <a:ext cx="3234750" cy="3619025"/>
              <a:chOff x="4561575" y="1316050"/>
              <a:chExt cx="3234750" cy="3619025"/>
            </a:xfrm>
          </p:grpSpPr>
          <p:sp>
            <p:nvSpPr>
              <p:cNvPr id="172" name="Google Shape;172;p35"/>
              <p:cNvSpPr/>
              <p:nvPr/>
            </p:nvSpPr>
            <p:spPr>
              <a:xfrm>
                <a:off x="4561575" y="1316050"/>
                <a:ext cx="2697900" cy="2697900"/>
              </a:xfrm>
              <a:prstGeom prst="ellipse">
                <a:avLst/>
              </a:prstGeom>
              <a:gradFill>
                <a:gsLst>
                  <a:gs pos="0">
                    <a:srgbClr val="44D4B4">
                      <a:alpha val="33725"/>
                    </a:srgbClr>
                  </a:gs>
                  <a:gs pos="50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35"/>
              <p:cNvSpPr/>
              <p:nvPr/>
            </p:nvSpPr>
            <p:spPr>
              <a:xfrm>
                <a:off x="5098425" y="2237175"/>
                <a:ext cx="2697900" cy="2697900"/>
              </a:xfrm>
              <a:prstGeom prst="ellipse">
                <a:avLst/>
              </a:prstGeom>
              <a:gradFill>
                <a:gsLst>
                  <a:gs pos="0">
                    <a:srgbClr val="44D4B4">
                      <a:alpha val="33725"/>
                    </a:srgbClr>
                  </a:gs>
                  <a:gs pos="50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2">
  <p:cSld name="TITLE_ONLY_22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36"/>
          <p:cNvSpPr/>
          <p:nvPr/>
        </p:nvSpPr>
        <p:spPr>
          <a:xfrm flipH="1">
            <a:off x="6497800" y="1775075"/>
            <a:ext cx="4312500" cy="4312500"/>
          </a:xfrm>
          <a:prstGeom prst="ellipse">
            <a:avLst/>
          </a:prstGeom>
          <a:gradFill>
            <a:gsLst>
              <a:gs pos="0">
                <a:srgbClr val="44D4B4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6"/>
          <p:cNvSpPr/>
          <p:nvPr/>
        </p:nvSpPr>
        <p:spPr>
          <a:xfrm flipH="1">
            <a:off x="-2249150" y="176525"/>
            <a:ext cx="3647700" cy="36477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3">
  <p:cSld name="TITLE_ONLY_23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7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37"/>
          <p:cNvSpPr/>
          <p:nvPr/>
        </p:nvSpPr>
        <p:spPr>
          <a:xfrm>
            <a:off x="-1830200" y="2875437"/>
            <a:ext cx="4516200" cy="45162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7"/>
          <p:cNvSpPr/>
          <p:nvPr/>
        </p:nvSpPr>
        <p:spPr>
          <a:xfrm>
            <a:off x="6732524" y="-925389"/>
            <a:ext cx="4310400" cy="4310400"/>
          </a:xfrm>
          <a:prstGeom prst="ellipse">
            <a:avLst/>
          </a:prstGeom>
          <a:gradFill>
            <a:gsLst>
              <a:gs pos="0">
                <a:srgbClr val="44D4B4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4">
  <p:cSld name="TITLE_ONLY_2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8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4" name="Google Shape;184;p38"/>
          <p:cNvSpPr/>
          <p:nvPr/>
        </p:nvSpPr>
        <p:spPr>
          <a:xfrm>
            <a:off x="7085500" y="4071275"/>
            <a:ext cx="2996400" cy="2996400"/>
          </a:xfrm>
          <a:prstGeom prst="ellipse">
            <a:avLst/>
          </a:prstGeom>
          <a:gradFill>
            <a:gsLst>
              <a:gs pos="0">
                <a:srgbClr val="93E6D3">
                  <a:alpha val="76862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8"/>
          <p:cNvSpPr/>
          <p:nvPr/>
        </p:nvSpPr>
        <p:spPr>
          <a:xfrm>
            <a:off x="6295425" y="-2639625"/>
            <a:ext cx="4763700" cy="47637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9"/>
          <p:cNvSpPr txBox="1"/>
          <p:nvPr>
            <p:ph type="title"/>
          </p:nvPr>
        </p:nvSpPr>
        <p:spPr>
          <a:xfrm>
            <a:off x="4272525" y="1597547"/>
            <a:ext cx="4158300" cy="14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8" name="Google Shape;188;p39"/>
          <p:cNvSpPr txBox="1"/>
          <p:nvPr>
            <p:ph hasCustomPrompt="1" idx="2" type="title"/>
          </p:nvPr>
        </p:nvSpPr>
        <p:spPr>
          <a:xfrm>
            <a:off x="4272526" y="137225"/>
            <a:ext cx="2379300" cy="12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9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9" name="Google Shape;189;p39"/>
          <p:cNvSpPr txBox="1"/>
          <p:nvPr>
            <p:ph idx="1" type="subTitle"/>
          </p:nvPr>
        </p:nvSpPr>
        <p:spPr>
          <a:xfrm>
            <a:off x="4146525" y="4166097"/>
            <a:ext cx="4284300" cy="5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90" name="Google Shape;190;p39"/>
          <p:cNvSpPr/>
          <p:nvPr/>
        </p:nvSpPr>
        <p:spPr>
          <a:xfrm>
            <a:off x="1907225" y="2588100"/>
            <a:ext cx="2555400" cy="2555400"/>
          </a:xfrm>
          <a:prstGeom prst="ellipse">
            <a:avLst/>
          </a:prstGeom>
          <a:gradFill>
            <a:gsLst>
              <a:gs pos="0">
                <a:schemeClr val="accent3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9"/>
          <p:cNvSpPr/>
          <p:nvPr/>
        </p:nvSpPr>
        <p:spPr>
          <a:xfrm>
            <a:off x="5390650" y="-1771300"/>
            <a:ext cx="4763700" cy="47637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9"/>
          <p:cNvSpPr/>
          <p:nvPr>
            <p:ph idx="3" type="pic"/>
          </p:nvPr>
        </p:nvSpPr>
        <p:spPr>
          <a:xfrm>
            <a:off x="0" y="1225"/>
            <a:ext cx="403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0"/>
          <p:cNvSpPr txBox="1"/>
          <p:nvPr>
            <p:ph type="title"/>
          </p:nvPr>
        </p:nvSpPr>
        <p:spPr>
          <a:xfrm>
            <a:off x="4146525" y="1597550"/>
            <a:ext cx="3301800" cy="14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5" name="Google Shape;195;p40"/>
          <p:cNvSpPr txBox="1"/>
          <p:nvPr>
            <p:ph hasCustomPrompt="1" idx="2" type="title"/>
          </p:nvPr>
        </p:nvSpPr>
        <p:spPr>
          <a:xfrm>
            <a:off x="4146526" y="137225"/>
            <a:ext cx="2379300" cy="12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9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6" name="Google Shape;196;p40"/>
          <p:cNvSpPr txBox="1"/>
          <p:nvPr>
            <p:ph idx="1" type="subTitle"/>
          </p:nvPr>
        </p:nvSpPr>
        <p:spPr>
          <a:xfrm>
            <a:off x="4146525" y="4166097"/>
            <a:ext cx="4284300" cy="5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97" name="Google Shape;197;p40"/>
          <p:cNvSpPr/>
          <p:nvPr/>
        </p:nvSpPr>
        <p:spPr>
          <a:xfrm>
            <a:off x="6207800" y="2110725"/>
            <a:ext cx="4131300" cy="41313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40"/>
          <p:cNvSpPr/>
          <p:nvPr>
            <p:ph idx="3" type="pic"/>
          </p:nvPr>
        </p:nvSpPr>
        <p:spPr>
          <a:xfrm flipH="1">
            <a:off x="-125" y="0"/>
            <a:ext cx="38295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2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1"/>
          <p:cNvSpPr/>
          <p:nvPr/>
        </p:nvSpPr>
        <p:spPr>
          <a:xfrm flipH="1">
            <a:off x="-574550" y="-567650"/>
            <a:ext cx="3685500" cy="36855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41"/>
          <p:cNvSpPr txBox="1"/>
          <p:nvPr>
            <p:ph type="title"/>
          </p:nvPr>
        </p:nvSpPr>
        <p:spPr>
          <a:xfrm>
            <a:off x="492325" y="1523825"/>
            <a:ext cx="4645200" cy="14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2" name="Google Shape;202;p41"/>
          <p:cNvSpPr txBox="1"/>
          <p:nvPr>
            <p:ph hasCustomPrompt="1" idx="2" type="title"/>
          </p:nvPr>
        </p:nvSpPr>
        <p:spPr>
          <a:xfrm>
            <a:off x="2576191" y="140559"/>
            <a:ext cx="25614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3" name="Google Shape;203;p41"/>
          <p:cNvSpPr txBox="1"/>
          <p:nvPr>
            <p:ph idx="1" type="subTitle"/>
          </p:nvPr>
        </p:nvSpPr>
        <p:spPr>
          <a:xfrm>
            <a:off x="713225" y="4166097"/>
            <a:ext cx="4284300" cy="5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04" name="Google Shape;204;p41"/>
          <p:cNvSpPr/>
          <p:nvPr>
            <p:ph idx="3" type="pic"/>
          </p:nvPr>
        </p:nvSpPr>
        <p:spPr>
          <a:xfrm>
            <a:off x="5459275" y="0"/>
            <a:ext cx="3684600" cy="5168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3_1_1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2"/>
          <p:cNvSpPr txBox="1"/>
          <p:nvPr>
            <p:ph type="ctrTitle"/>
          </p:nvPr>
        </p:nvSpPr>
        <p:spPr>
          <a:xfrm>
            <a:off x="5137100" y="1271550"/>
            <a:ext cx="3156300" cy="19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07" name="Google Shape;207;p42"/>
          <p:cNvSpPr txBox="1"/>
          <p:nvPr>
            <p:ph idx="1" type="subTitle"/>
          </p:nvPr>
        </p:nvSpPr>
        <p:spPr>
          <a:xfrm>
            <a:off x="5137098" y="3557675"/>
            <a:ext cx="3005400" cy="13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08" name="Google Shape;208;p42"/>
          <p:cNvSpPr/>
          <p:nvPr>
            <p:ph idx="2" type="pic"/>
          </p:nvPr>
        </p:nvSpPr>
        <p:spPr>
          <a:xfrm>
            <a:off x="1850" y="-8000"/>
            <a:ext cx="45216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3_1_1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3"/>
          <p:cNvSpPr txBox="1"/>
          <p:nvPr>
            <p:ph type="ctrTitle"/>
          </p:nvPr>
        </p:nvSpPr>
        <p:spPr>
          <a:xfrm>
            <a:off x="722400" y="1582358"/>
            <a:ext cx="32391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11" name="Google Shape;211;p43"/>
          <p:cNvSpPr txBox="1"/>
          <p:nvPr>
            <p:ph idx="1" type="subTitle"/>
          </p:nvPr>
        </p:nvSpPr>
        <p:spPr>
          <a:xfrm>
            <a:off x="722400" y="2413899"/>
            <a:ext cx="2978400" cy="13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12" name="Google Shape;212;p43"/>
          <p:cNvSpPr/>
          <p:nvPr/>
        </p:nvSpPr>
        <p:spPr>
          <a:xfrm>
            <a:off x="4606150" y="934625"/>
            <a:ext cx="4763700" cy="4763700"/>
          </a:xfrm>
          <a:prstGeom prst="ellipse">
            <a:avLst/>
          </a:prstGeom>
          <a:gradFill>
            <a:gsLst>
              <a:gs pos="0">
                <a:srgbClr val="44D4B4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43"/>
          <p:cNvSpPr/>
          <p:nvPr/>
        </p:nvSpPr>
        <p:spPr>
          <a:xfrm flipH="1">
            <a:off x="3345575" y="-369787"/>
            <a:ext cx="3647700" cy="36477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3_1_1_2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4"/>
          <p:cNvSpPr txBox="1"/>
          <p:nvPr>
            <p:ph type="ctrTitle"/>
          </p:nvPr>
        </p:nvSpPr>
        <p:spPr>
          <a:xfrm>
            <a:off x="5441925" y="1582350"/>
            <a:ext cx="2980800" cy="9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16" name="Google Shape;216;p44"/>
          <p:cNvSpPr txBox="1"/>
          <p:nvPr>
            <p:ph idx="1" type="subTitle"/>
          </p:nvPr>
        </p:nvSpPr>
        <p:spPr>
          <a:xfrm>
            <a:off x="5449975" y="2389688"/>
            <a:ext cx="2980800" cy="17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17" name="Google Shape;217;p44"/>
          <p:cNvSpPr/>
          <p:nvPr/>
        </p:nvSpPr>
        <p:spPr>
          <a:xfrm>
            <a:off x="-346800" y="950000"/>
            <a:ext cx="4763700" cy="47637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44"/>
          <p:cNvSpPr/>
          <p:nvPr/>
        </p:nvSpPr>
        <p:spPr>
          <a:xfrm flipH="1">
            <a:off x="-1250150" y="2784725"/>
            <a:ext cx="3647700" cy="3647700"/>
          </a:xfrm>
          <a:prstGeom prst="ellipse">
            <a:avLst/>
          </a:prstGeom>
          <a:gradFill>
            <a:gsLst>
              <a:gs pos="0">
                <a:srgbClr val="93E6D3">
                  <a:alpha val="76862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ONE_COLUMN_TEXT_3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5"/>
          <p:cNvSpPr txBox="1"/>
          <p:nvPr>
            <p:ph type="title"/>
          </p:nvPr>
        </p:nvSpPr>
        <p:spPr>
          <a:xfrm>
            <a:off x="713225" y="431171"/>
            <a:ext cx="3590400" cy="13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21" name="Google Shape;221;p45"/>
          <p:cNvSpPr txBox="1"/>
          <p:nvPr>
            <p:ph idx="1" type="body"/>
          </p:nvPr>
        </p:nvSpPr>
        <p:spPr>
          <a:xfrm>
            <a:off x="716625" y="1758989"/>
            <a:ext cx="3499200" cy="27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222" name="Google Shape;222;p45"/>
          <p:cNvSpPr/>
          <p:nvPr/>
        </p:nvSpPr>
        <p:spPr>
          <a:xfrm>
            <a:off x="6945450" y="-1142362"/>
            <a:ext cx="3685500" cy="36855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45"/>
          <p:cNvSpPr/>
          <p:nvPr>
            <p:ph idx="2" type="pic"/>
          </p:nvPr>
        </p:nvSpPr>
        <p:spPr>
          <a:xfrm>
            <a:off x="5511600" y="0"/>
            <a:ext cx="3632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45"/>
          <p:cNvSpPr/>
          <p:nvPr/>
        </p:nvSpPr>
        <p:spPr>
          <a:xfrm flipH="1">
            <a:off x="40700" y="2424825"/>
            <a:ext cx="3685500" cy="3685500"/>
          </a:xfrm>
          <a:prstGeom prst="ellipse">
            <a:avLst/>
          </a:prstGeom>
          <a:gradFill>
            <a:gsLst>
              <a:gs pos="0">
                <a:srgbClr val="B6D7A8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ONE_COLUMN_TEXT_3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6"/>
          <p:cNvSpPr txBox="1"/>
          <p:nvPr>
            <p:ph type="title"/>
          </p:nvPr>
        </p:nvSpPr>
        <p:spPr>
          <a:xfrm>
            <a:off x="714850" y="339811"/>
            <a:ext cx="7714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27" name="Google Shape;227;p46"/>
          <p:cNvSpPr txBox="1"/>
          <p:nvPr>
            <p:ph idx="1" type="subTitle"/>
          </p:nvPr>
        </p:nvSpPr>
        <p:spPr>
          <a:xfrm>
            <a:off x="714850" y="2026031"/>
            <a:ext cx="3869400" cy="25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200">
                <a:solidFill>
                  <a:schemeClr val="hlink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28" name="Google Shape;228;p46"/>
          <p:cNvSpPr txBox="1"/>
          <p:nvPr>
            <p:ph idx="2" type="subTitle"/>
          </p:nvPr>
        </p:nvSpPr>
        <p:spPr>
          <a:xfrm>
            <a:off x="714850" y="1481820"/>
            <a:ext cx="3869400" cy="4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ebas Neue"/>
              <a:buNone/>
              <a:defRPr b="1" sz="22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29" name="Google Shape;229;p46"/>
          <p:cNvSpPr txBox="1"/>
          <p:nvPr>
            <p:ph idx="3" type="subTitle"/>
          </p:nvPr>
        </p:nvSpPr>
        <p:spPr>
          <a:xfrm>
            <a:off x="714825" y="1044100"/>
            <a:ext cx="7714200" cy="4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30" name="Google Shape;230;p46"/>
          <p:cNvSpPr/>
          <p:nvPr/>
        </p:nvSpPr>
        <p:spPr>
          <a:xfrm>
            <a:off x="7170050" y="1976500"/>
            <a:ext cx="3647700" cy="3647700"/>
          </a:xfrm>
          <a:prstGeom prst="ellipse">
            <a:avLst/>
          </a:prstGeom>
          <a:gradFill>
            <a:gsLst>
              <a:gs pos="0">
                <a:srgbClr val="44D4B4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6"/>
          <p:cNvSpPr/>
          <p:nvPr/>
        </p:nvSpPr>
        <p:spPr>
          <a:xfrm>
            <a:off x="7347650" y="-809450"/>
            <a:ext cx="2697900" cy="26979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5_1_2_1_1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7"/>
          <p:cNvSpPr/>
          <p:nvPr/>
        </p:nvSpPr>
        <p:spPr>
          <a:xfrm>
            <a:off x="7238400" y="3008750"/>
            <a:ext cx="3545700" cy="35457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47"/>
          <p:cNvSpPr txBox="1"/>
          <p:nvPr>
            <p:ph type="ctrTitle"/>
          </p:nvPr>
        </p:nvSpPr>
        <p:spPr>
          <a:xfrm>
            <a:off x="722400" y="343387"/>
            <a:ext cx="7699200" cy="6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35" name="Google Shape;235;p47"/>
          <p:cNvSpPr txBox="1"/>
          <p:nvPr>
            <p:ph idx="1" type="subTitle"/>
          </p:nvPr>
        </p:nvSpPr>
        <p:spPr>
          <a:xfrm>
            <a:off x="1959413" y="3592775"/>
            <a:ext cx="2082900" cy="9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36" name="Google Shape;236;p47"/>
          <p:cNvSpPr txBox="1"/>
          <p:nvPr>
            <p:ph idx="2" type="subTitle"/>
          </p:nvPr>
        </p:nvSpPr>
        <p:spPr>
          <a:xfrm>
            <a:off x="5101675" y="3592774"/>
            <a:ext cx="2082900" cy="9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37" name="Google Shape;237;p47"/>
          <p:cNvSpPr txBox="1"/>
          <p:nvPr>
            <p:ph idx="3" type="ctrTitle"/>
          </p:nvPr>
        </p:nvSpPr>
        <p:spPr>
          <a:xfrm>
            <a:off x="1959413" y="3171358"/>
            <a:ext cx="20829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38" name="Google Shape;238;p47"/>
          <p:cNvSpPr txBox="1"/>
          <p:nvPr>
            <p:ph idx="4" type="ctrTitle"/>
          </p:nvPr>
        </p:nvSpPr>
        <p:spPr>
          <a:xfrm>
            <a:off x="5101694" y="3171358"/>
            <a:ext cx="20829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5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8"/>
          <p:cNvSpPr txBox="1"/>
          <p:nvPr>
            <p:ph type="ctrTitle"/>
          </p:nvPr>
        </p:nvSpPr>
        <p:spPr>
          <a:xfrm>
            <a:off x="722400" y="289793"/>
            <a:ext cx="76992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1" name="Google Shape;241;p48"/>
          <p:cNvSpPr txBox="1"/>
          <p:nvPr>
            <p:ph idx="1" type="subTitle"/>
          </p:nvPr>
        </p:nvSpPr>
        <p:spPr>
          <a:xfrm>
            <a:off x="714675" y="3890388"/>
            <a:ext cx="23130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42" name="Google Shape;242;p48"/>
          <p:cNvSpPr txBox="1"/>
          <p:nvPr>
            <p:ph idx="2" type="subTitle"/>
          </p:nvPr>
        </p:nvSpPr>
        <p:spPr>
          <a:xfrm>
            <a:off x="3409511" y="3890388"/>
            <a:ext cx="23169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43" name="Google Shape;243;p48"/>
          <p:cNvSpPr txBox="1"/>
          <p:nvPr>
            <p:ph idx="3" type="ctrTitle"/>
          </p:nvPr>
        </p:nvSpPr>
        <p:spPr>
          <a:xfrm>
            <a:off x="712775" y="3527891"/>
            <a:ext cx="23169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44" name="Google Shape;244;p48"/>
          <p:cNvSpPr txBox="1"/>
          <p:nvPr>
            <p:ph idx="4" type="ctrTitle"/>
          </p:nvPr>
        </p:nvSpPr>
        <p:spPr>
          <a:xfrm>
            <a:off x="3409489" y="3527891"/>
            <a:ext cx="23208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45" name="Google Shape;245;p48"/>
          <p:cNvSpPr txBox="1"/>
          <p:nvPr>
            <p:ph idx="5" type="subTitle"/>
          </p:nvPr>
        </p:nvSpPr>
        <p:spPr>
          <a:xfrm>
            <a:off x="6110103" y="3890388"/>
            <a:ext cx="23169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46" name="Google Shape;246;p48"/>
          <p:cNvSpPr txBox="1"/>
          <p:nvPr>
            <p:ph idx="6" type="ctrTitle"/>
          </p:nvPr>
        </p:nvSpPr>
        <p:spPr>
          <a:xfrm>
            <a:off x="6110084" y="3527891"/>
            <a:ext cx="23208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47" name="Google Shape;247;p48"/>
          <p:cNvSpPr/>
          <p:nvPr/>
        </p:nvSpPr>
        <p:spPr>
          <a:xfrm>
            <a:off x="6569575" y="832475"/>
            <a:ext cx="2697900" cy="2697900"/>
          </a:xfrm>
          <a:prstGeom prst="ellipse">
            <a:avLst/>
          </a:prstGeom>
          <a:gradFill>
            <a:gsLst>
              <a:gs pos="0">
                <a:srgbClr val="B8B9C0">
                  <a:alpha val="8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8"/>
          <p:cNvSpPr/>
          <p:nvPr/>
        </p:nvSpPr>
        <p:spPr>
          <a:xfrm>
            <a:off x="7466825" y="-874900"/>
            <a:ext cx="3647700" cy="36477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">
  <p:cSld name="TITLE_AND_TWO_COLUMNS_1_4_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9"/>
          <p:cNvSpPr txBox="1"/>
          <p:nvPr>
            <p:ph type="title"/>
          </p:nvPr>
        </p:nvSpPr>
        <p:spPr>
          <a:xfrm>
            <a:off x="714850" y="342305"/>
            <a:ext cx="7714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51" name="Google Shape;251;p49"/>
          <p:cNvSpPr txBox="1"/>
          <p:nvPr>
            <p:ph idx="1" type="subTitle"/>
          </p:nvPr>
        </p:nvSpPr>
        <p:spPr>
          <a:xfrm>
            <a:off x="1593525" y="3621175"/>
            <a:ext cx="1828800" cy="9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52" name="Google Shape;252;p49"/>
          <p:cNvSpPr txBox="1"/>
          <p:nvPr>
            <p:ph idx="2" type="subTitle"/>
          </p:nvPr>
        </p:nvSpPr>
        <p:spPr>
          <a:xfrm>
            <a:off x="1593537" y="2073717"/>
            <a:ext cx="1828800" cy="9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53" name="Google Shape;253;p49"/>
          <p:cNvSpPr txBox="1"/>
          <p:nvPr>
            <p:ph idx="3" type="subTitle"/>
          </p:nvPr>
        </p:nvSpPr>
        <p:spPr>
          <a:xfrm>
            <a:off x="4741445" y="3621279"/>
            <a:ext cx="1828800" cy="9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54" name="Google Shape;254;p49"/>
          <p:cNvSpPr txBox="1"/>
          <p:nvPr>
            <p:ph idx="4" type="subTitle"/>
          </p:nvPr>
        </p:nvSpPr>
        <p:spPr>
          <a:xfrm>
            <a:off x="1593517" y="3119653"/>
            <a:ext cx="182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5" name="Google Shape;255;p49"/>
          <p:cNvSpPr txBox="1"/>
          <p:nvPr>
            <p:ph idx="5" type="subTitle"/>
          </p:nvPr>
        </p:nvSpPr>
        <p:spPr>
          <a:xfrm>
            <a:off x="1593533" y="1572190"/>
            <a:ext cx="182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6" name="Google Shape;256;p49"/>
          <p:cNvSpPr txBox="1"/>
          <p:nvPr>
            <p:ph idx="6" type="subTitle"/>
          </p:nvPr>
        </p:nvSpPr>
        <p:spPr>
          <a:xfrm>
            <a:off x="4741445" y="3119753"/>
            <a:ext cx="182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7" name="Google Shape;257;p49"/>
          <p:cNvSpPr txBox="1"/>
          <p:nvPr>
            <p:ph idx="7" type="subTitle"/>
          </p:nvPr>
        </p:nvSpPr>
        <p:spPr>
          <a:xfrm>
            <a:off x="4741454" y="2073717"/>
            <a:ext cx="1828800" cy="9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58" name="Google Shape;258;p49"/>
          <p:cNvSpPr txBox="1"/>
          <p:nvPr>
            <p:ph idx="8" type="subTitle"/>
          </p:nvPr>
        </p:nvSpPr>
        <p:spPr>
          <a:xfrm>
            <a:off x="4741458" y="1572290"/>
            <a:ext cx="182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 1">
  <p:cSld name="TITLE_AND_TWO_COLUMNS_1_4_1_3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0"/>
          <p:cNvSpPr/>
          <p:nvPr/>
        </p:nvSpPr>
        <p:spPr>
          <a:xfrm>
            <a:off x="5375825" y="-1776250"/>
            <a:ext cx="4763700" cy="4763700"/>
          </a:xfrm>
          <a:prstGeom prst="ellipse">
            <a:avLst/>
          </a:prstGeom>
          <a:gradFill>
            <a:gsLst>
              <a:gs pos="0">
                <a:srgbClr val="B8B9C0">
                  <a:alpha val="8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50"/>
          <p:cNvSpPr txBox="1"/>
          <p:nvPr>
            <p:ph type="title"/>
          </p:nvPr>
        </p:nvSpPr>
        <p:spPr>
          <a:xfrm>
            <a:off x="714850" y="342305"/>
            <a:ext cx="7714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62" name="Google Shape;262;p50"/>
          <p:cNvSpPr txBox="1"/>
          <p:nvPr>
            <p:ph idx="1" type="subTitle"/>
          </p:nvPr>
        </p:nvSpPr>
        <p:spPr>
          <a:xfrm>
            <a:off x="714850" y="2101002"/>
            <a:ext cx="1828800" cy="9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63" name="Google Shape;263;p50"/>
          <p:cNvSpPr txBox="1"/>
          <p:nvPr>
            <p:ph idx="2" type="subTitle"/>
          </p:nvPr>
        </p:nvSpPr>
        <p:spPr>
          <a:xfrm>
            <a:off x="2670437" y="2100994"/>
            <a:ext cx="1828800" cy="9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64" name="Google Shape;264;p50"/>
          <p:cNvSpPr txBox="1"/>
          <p:nvPr>
            <p:ph idx="3" type="subTitle"/>
          </p:nvPr>
        </p:nvSpPr>
        <p:spPr>
          <a:xfrm>
            <a:off x="4626020" y="3602953"/>
            <a:ext cx="1828800" cy="9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65" name="Google Shape;265;p50"/>
          <p:cNvSpPr txBox="1"/>
          <p:nvPr>
            <p:ph idx="4" type="subTitle"/>
          </p:nvPr>
        </p:nvSpPr>
        <p:spPr>
          <a:xfrm>
            <a:off x="714842" y="1434462"/>
            <a:ext cx="182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6" name="Google Shape;266;p50"/>
          <p:cNvSpPr txBox="1"/>
          <p:nvPr>
            <p:ph idx="5" type="subTitle"/>
          </p:nvPr>
        </p:nvSpPr>
        <p:spPr>
          <a:xfrm>
            <a:off x="2670437" y="1434450"/>
            <a:ext cx="182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7" name="Google Shape;267;p50"/>
          <p:cNvSpPr txBox="1"/>
          <p:nvPr>
            <p:ph idx="6" type="subTitle"/>
          </p:nvPr>
        </p:nvSpPr>
        <p:spPr>
          <a:xfrm>
            <a:off x="4626020" y="2949665"/>
            <a:ext cx="182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8" name="Google Shape;268;p50"/>
          <p:cNvSpPr txBox="1"/>
          <p:nvPr>
            <p:ph idx="7" type="subTitle"/>
          </p:nvPr>
        </p:nvSpPr>
        <p:spPr>
          <a:xfrm>
            <a:off x="6600254" y="3602940"/>
            <a:ext cx="1828800" cy="9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69" name="Google Shape;269;p50"/>
          <p:cNvSpPr txBox="1"/>
          <p:nvPr>
            <p:ph idx="8" type="subTitle"/>
          </p:nvPr>
        </p:nvSpPr>
        <p:spPr>
          <a:xfrm>
            <a:off x="6600258" y="2949652"/>
            <a:ext cx="182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0" name="Google Shape;270;p50"/>
          <p:cNvSpPr/>
          <p:nvPr/>
        </p:nvSpPr>
        <p:spPr>
          <a:xfrm>
            <a:off x="-678700" y="3328900"/>
            <a:ext cx="3647700" cy="3647700"/>
          </a:xfrm>
          <a:prstGeom prst="ellipse">
            <a:avLst/>
          </a:prstGeom>
          <a:gradFill>
            <a:gsLst>
              <a:gs pos="0">
                <a:srgbClr val="44D4B4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">
  <p:cSld name="TITLE_AND_TWO_COLUMNS_1_4_1_1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1"/>
          <p:cNvSpPr/>
          <p:nvPr/>
        </p:nvSpPr>
        <p:spPr>
          <a:xfrm>
            <a:off x="-2292301" y="-1615701"/>
            <a:ext cx="4310400" cy="4310400"/>
          </a:xfrm>
          <a:prstGeom prst="ellipse">
            <a:avLst/>
          </a:prstGeom>
          <a:gradFill>
            <a:gsLst>
              <a:gs pos="0">
                <a:srgbClr val="B8B9C0">
                  <a:alpha val="8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73" name="Google Shape;273;p51"/>
          <p:cNvSpPr/>
          <p:nvPr/>
        </p:nvSpPr>
        <p:spPr>
          <a:xfrm>
            <a:off x="7956599" y="2021349"/>
            <a:ext cx="4310400" cy="43104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74" name="Google Shape;274;p51"/>
          <p:cNvSpPr txBox="1"/>
          <p:nvPr>
            <p:ph type="title"/>
          </p:nvPr>
        </p:nvSpPr>
        <p:spPr>
          <a:xfrm>
            <a:off x="709904" y="338372"/>
            <a:ext cx="7714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75" name="Google Shape;275;p51"/>
          <p:cNvSpPr txBox="1"/>
          <p:nvPr>
            <p:ph idx="1" type="subTitle"/>
          </p:nvPr>
        </p:nvSpPr>
        <p:spPr>
          <a:xfrm>
            <a:off x="717300" y="1880394"/>
            <a:ext cx="2286000" cy="5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76" name="Google Shape;276;p51"/>
          <p:cNvSpPr txBox="1"/>
          <p:nvPr>
            <p:ph idx="2" type="subTitle"/>
          </p:nvPr>
        </p:nvSpPr>
        <p:spPr>
          <a:xfrm>
            <a:off x="719256" y="1408180"/>
            <a:ext cx="22824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277" name="Google Shape;277;p51"/>
          <p:cNvSpPr txBox="1"/>
          <p:nvPr>
            <p:ph idx="3" type="subTitle"/>
          </p:nvPr>
        </p:nvSpPr>
        <p:spPr>
          <a:xfrm>
            <a:off x="724000" y="2996768"/>
            <a:ext cx="2286000" cy="5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78" name="Google Shape;278;p51"/>
          <p:cNvSpPr txBox="1"/>
          <p:nvPr>
            <p:ph idx="4" type="subTitle"/>
          </p:nvPr>
        </p:nvSpPr>
        <p:spPr>
          <a:xfrm>
            <a:off x="725956" y="2524372"/>
            <a:ext cx="22824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279" name="Google Shape;279;p51"/>
          <p:cNvSpPr txBox="1"/>
          <p:nvPr>
            <p:ph idx="5" type="subTitle"/>
          </p:nvPr>
        </p:nvSpPr>
        <p:spPr>
          <a:xfrm>
            <a:off x="6132681" y="1870355"/>
            <a:ext cx="2286000" cy="5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80" name="Google Shape;280;p51"/>
          <p:cNvSpPr txBox="1"/>
          <p:nvPr>
            <p:ph idx="6" type="subTitle"/>
          </p:nvPr>
        </p:nvSpPr>
        <p:spPr>
          <a:xfrm>
            <a:off x="6134638" y="1397959"/>
            <a:ext cx="22824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281" name="Google Shape;281;p51"/>
          <p:cNvSpPr txBox="1"/>
          <p:nvPr>
            <p:ph idx="7" type="subTitle"/>
          </p:nvPr>
        </p:nvSpPr>
        <p:spPr>
          <a:xfrm>
            <a:off x="717300" y="4117208"/>
            <a:ext cx="2286000" cy="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82" name="Google Shape;282;p51"/>
          <p:cNvSpPr txBox="1"/>
          <p:nvPr>
            <p:ph idx="8" type="subTitle"/>
          </p:nvPr>
        </p:nvSpPr>
        <p:spPr>
          <a:xfrm>
            <a:off x="719256" y="3646636"/>
            <a:ext cx="22824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283" name="Google Shape;283;p51"/>
          <p:cNvSpPr txBox="1"/>
          <p:nvPr>
            <p:ph idx="9" type="subTitle"/>
          </p:nvPr>
        </p:nvSpPr>
        <p:spPr>
          <a:xfrm>
            <a:off x="6154530" y="2993598"/>
            <a:ext cx="2286000" cy="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84" name="Google Shape;284;p51"/>
          <p:cNvSpPr txBox="1"/>
          <p:nvPr>
            <p:ph idx="13" type="subTitle"/>
          </p:nvPr>
        </p:nvSpPr>
        <p:spPr>
          <a:xfrm>
            <a:off x="6156486" y="2523026"/>
            <a:ext cx="22821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285" name="Google Shape;285;p51"/>
          <p:cNvSpPr txBox="1"/>
          <p:nvPr>
            <p:ph idx="14" type="subTitle"/>
          </p:nvPr>
        </p:nvSpPr>
        <p:spPr>
          <a:xfrm>
            <a:off x="6132681" y="4117445"/>
            <a:ext cx="2286000" cy="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86" name="Google Shape;286;p51"/>
          <p:cNvSpPr txBox="1"/>
          <p:nvPr>
            <p:ph idx="15" type="subTitle"/>
          </p:nvPr>
        </p:nvSpPr>
        <p:spPr>
          <a:xfrm>
            <a:off x="6134638" y="3646873"/>
            <a:ext cx="22824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 1">
  <p:cSld name="TITLE_AND_TWO_COLUMNS_1_4_1_1_1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2"/>
          <p:cNvSpPr/>
          <p:nvPr/>
        </p:nvSpPr>
        <p:spPr>
          <a:xfrm>
            <a:off x="-361850" y="268997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16862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52"/>
          <p:cNvSpPr/>
          <p:nvPr/>
        </p:nvSpPr>
        <p:spPr>
          <a:xfrm>
            <a:off x="2377725" y="268997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16862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52"/>
          <p:cNvSpPr/>
          <p:nvPr/>
        </p:nvSpPr>
        <p:spPr>
          <a:xfrm>
            <a:off x="5149575" y="268997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16862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52"/>
          <p:cNvSpPr/>
          <p:nvPr/>
        </p:nvSpPr>
        <p:spPr>
          <a:xfrm flipH="1">
            <a:off x="7087025" y="-1826950"/>
            <a:ext cx="3685500" cy="36855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52"/>
          <p:cNvSpPr/>
          <p:nvPr/>
        </p:nvSpPr>
        <p:spPr>
          <a:xfrm>
            <a:off x="-361850" y="83247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16862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52"/>
          <p:cNvSpPr/>
          <p:nvPr/>
        </p:nvSpPr>
        <p:spPr>
          <a:xfrm>
            <a:off x="2377725" y="83247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16862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52"/>
          <p:cNvSpPr/>
          <p:nvPr/>
        </p:nvSpPr>
        <p:spPr>
          <a:xfrm>
            <a:off x="5149575" y="83247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16862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52"/>
          <p:cNvSpPr txBox="1"/>
          <p:nvPr>
            <p:ph type="title"/>
          </p:nvPr>
        </p:nvSpPr>
        <p:spPr>
          <a:xfrm>
            <a:off x="709904" y="338824"/>
            <a:ext cx="7714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96" name="Google Shape;296;p52"/>
          <p:cNvSpPr txBox="1"/>
          <p:nvPr>
            <p:ph idx="1" type="subTitle"/>
          </p:nvPr>
        </p:nvSpPr>
        <p:spPr>
          <a:xfrm>
            <a:off x="717300" y="2051549"/>
            <a:ext cx="2286000" cy="5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97" name="Google Shape;297;p52"/>
          <p:cNvSpPr txBox="1"/>
          <p:nvPr>
            <p:ph idx="2" type="subTitle"/>
          </p:nvPr>
        </p:nvSpPr>
        <p:spPr>
          <a:xfrm>
            <a:off x="719256" y="1560580"/>
            <a:ext cx="22824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298" name="Google Shape;298;p52"/>
          <p:cNvSpPr txBox="1"/>
          <p:nvPr>
            <p:ph idx="3" type="subTitle"/>
          </p:nvPr>
        </p:nvSpPr>
        <p:spPr>
          <a:xfrm>
            <a:off x="3425975" y="2051735"/>
            <a:ext cx="2286000" cy="5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99" name="Google Shape;299;p52"/>
          <p:cNvSpPr txBox="1"/>
          <p:nvPr>
            <p:ph idx="4" type="subTitle"/>
          </p:nvPr>
        </p:nvSpPr>
        <p:spPr>
          <a:xfrm>
            <a:off x="3427931" y="1560584"/>
            <a:ext cx="22824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300" name="Google Shape;300;p52"/>
          <p:cNvSpPr txBox="1"/>
          <p:nvPr>
            <p:ph idx="5" type="subTitle"/>
          </p:nvPr>
        </p:nvSpPr>
        <p:spPr>
          <a:xfrm>
            <a:off x="6132681" y="2041510"/>
            <a:ext cx="2286000" cy="5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01" name="Google Shape;301;p52"/>
          <p:cNvSpPr txBox="1"/>
          <p:nvPr>
            <p:ph idx="6" type="subTitle"/>
          </p:nvPr>
        </p:nvSpPr>
        <p:spPr>
          <a:xfrm>
            <a:off x="6134638" y="1550359"/>
            <a:ext cx="22824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302" name="Google Shape;302;p52"/>
          <p:cNvSpPr txBox="1"/>
          <p:nvPr>
            <p:ph idx="7" type="subTitle"/>
          </p:nvPr>
        </p:nvSpPr>
        <p:spPr>
          <a:xfrm>
            <a:off x="717300" y="3609309"/>
            <a:ext cx="2286000" cy="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03" name="Google Shape;303;p52"/>
          <p:cNvSpPr txBox="1"/>
          <p:nvPr>
            <p:ph idx="8" type="subTitle"/>
          </p:nvPr>
        </p:nvSpPr>
        <p:spPr>
          <a:xfrm>
            <a:off x="719256" y="3119982"/>
            <a:ext cx="22824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304" name="Google Shape;304;p52"/>
          <p:cNvSpPr txBox="1"/>
          <p:nvPr>
            <p:ph idx="9" type="subTitle"/>
          </p:nvPr>
        </p:nvSpPr>
        <p:spPr>
          <a:xfrm>
            <a:off x="3429005" y="3609312"/>
            <a:ext cx="2286000" cy="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05" name="Google Shape;305;p52"/>
          <p:cNvSpPr txBox="1"/>
          <p:nvPr>
            <p:ph idx="13" type="subTitle"/>
          </p:nvPr>
        </p:nvSpPr>
        <p:spPr>
          <a:xfrm>
            <a:off x="3430961" y="3119985"/>
            <a:ext cx="22821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306" name="Google Shape;306;p52"/>
          <p:cNvSpPr txBox="1"/>
          <p:nvPr>
            <p:ph idx="14" type="subTitle"/>
          </p:nvPr>
        </p:nvSpPr>
        <p:spPr>
          <a:xfrm>
            <a:off x="6132681" y="3609296"/>
            <a:ext cx="2286000" cy="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07" name="Google Shape;307;p52"/>
          <p:cNvSpPr txBox="1"/>
          <p:nvPr>
            <p:ph idx="15" type="subTitle"/>
          </p:nvPr>
        </p:nvSpPr>
        <p:spPr>
          <a:xfrm>
            <a:off x="6134638" y="3119969"/>
            <a:ext cx="22824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TITLE_AND_TWO_COLUMNS_1_2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3"/>
          <p:cNvSpPr/>
          <p:nvPr/>
        </p:nvSpPr>
        <p:spPr>
          <a:xfrm>
            <a:off x="5291750" y="-2147175"/>
            <a:ext cx="4763700" cy="4763700"/>
          </a:xfrm>
          <a:prstGeom prst="ellipse">
            <a:avLst/>
          </a:prstGeom>
          <a:gradFill>
            <a:gsLst>
              <a:gs pos="0">
                <a:srgbClr val="4C9484">
                  <a:alpha val="2549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53"/>
          <p:cNvSpPr/>
          <p:nvPr/>
        </p:nvSpPr>
        <p:spPr>
          <a:xfrm>
            <a:off x="-654650" y="3297075"/>
            <a:ext cx="2555400" cy="25554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53"/>
          <p:cNvSpPr txBox="1"/>
          <p:nvPr>
            <p:ph idx="1" type="subTitle"/>
          </p:nvPr>
        </p:nvSpPr>
        <p:spPr>
          <a:xfrm>
            <a:off x="713223" y="2259725"/>
            <a:ext cx="29928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12" name="Google Shape;312;p53"/>
          <p:cNvSpPr txBox="1"/>
          <p:nvPr>
            <p:ph hasCustomPrompt="1" type="title"/>
          </p:nvPr>
        </p:nvSpPr>
        <p:spPr>
          <a:xfrm>
            <a:off x="713214" y="1359001"/>
            <a:ext cx="2452500" cy="9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5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13" name="Google Shape;313;p53"/>
          <p:cNvSpPr txBox="1"/>
          <p:nvPr>
            <p:ph idx="2" type="subTitle"/>
          </p:nvPr>
        </p:nvSpPr>
        <p:spPr>
          <a:xfrm>
            <a:off x="713223" y="3714994"/>
            <a:ext cx="29928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14" name="Google Shape;314;p53"/>
          <p:cNvSpPr txBox="1"/>
          <p:nvPr>
            <p:ph hasCustomPrompt="1" idx="3" type="title"/>
          </p:nvPr>
        </p:nvSpPr>
        <p:spPr>
          <a:xfrm>
            <a:off x="713214" y="2814267"/>
            <a:ext cx="2452500" cy="9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5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15" name="Google Shape;315;p53"/>
          <p:cNvSpPr txBox="1"/>
          <p:nvPr>
            <p:ph idx="4" type="subTitle"/>
          </p:nvPr>
        </p:nvSpPr>
        <p:spPr>
          <a:xfrm>
            <a:off x="4776251" y="3723593"/>
            <a:ext cx="29928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16" name="Google Shape;316;p53"/>
          <p:cNvSpPr txBox="1"/>
          <p:nvPr>
            <p:ph hasCustomPrompt="1" idx="5" type="title"/>
          </p:nvPr>
        </p:nvSpPr>
        <p:spPr>
          <a:xfrm>
            <a:off x="4776253" y="2814266"/>
            <a:ext cx="2452500" cy="9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5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17" name="Google Shape;317;p53"/>
          <p:cNvSpPr txBox="1"/>
          <p:nvPr>
            <p:ph idx="6" type="subTitle"/>
          </p:nvPr>
        </p:nvSpPr>
        <p:spPr>
          <a:xfrm>
            <a:off x="4776251" y="2268325"/>
            <a:ext cx="29928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18" name="Google Shape;318;p53"/>
          <p:cNvSpPr txBox="1"/>
          <p:nvPr>
            <p:ph hasCustomPrompt="1" idx="7" type="title"/>
          </p:nvPr>
        </p:nvSpPr>
        <p:spPr>
          <a:xfrm>
            <a:off x="4776253" y="1358998"/>
            <a:ext cx="2452500" cy="9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5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19" name="Google Shape;319;p53"/>
          <p:cNvSpPr txBox="1"/>
          <p:nvPr>
            <p:ph idx="8" type="title"/>
          </p:nvPr>
        </p:nvSpPr>
        <p:spPr>
          <a:xfrm>
            <a:off x="714850" y="338372"/>
            <a:ext cx="7714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TITLE_AND_TWO_COLUMNS_1_2_1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4"/>
          <p:cNvSpPr/>
          <p:nvPr/>
        </p:nvSpPr>
        <p:spPr>
          <a:xfrm>
            <a:off x="641375" y="251472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54"/>
          <p:cNvSpPr/>
          <p:nvPr/>
        </p:nvSpPr>
        <p:spPr>
          <a:xfrm>
            <a:off x="3223088" y="251472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54"/>
          <p:cNvSpPr/>
          <p:nvPr/>
        </p:nvSpPr>
        <p:spPr>
          <a:xfrm>
            <a:off x="5845338" y="251472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54"/>
          <p:cNvSpPr txBox="1"/>
          <p:nvPr>
            <p:ph idx="1" type="subTitle"/>
          </p:nvPr>
        </p:nvSpPr>
        <p:spPr>
          <a:xfrm>
            <a:off x="724725" y="2397394"/>
            <a:ext cx="24501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25" name="Google Shape;325;p54"/>
          <p:cNvSpPr txBox="1"/>
          <p:nvPr>
            <p:ph hasCustomPrompt="1" type="title"/>
          </p:nvPr>
        </p:nvSpPr>
        <p:spPr>
          <a:xfrm>
            <a:off x="724725" y="3389357"/>
            <a:ext cx="2450100" cy="8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26" name="Google Shape;326;p54"/>
          <p:cNvSpPr txBox="1"/>
          <p:nvPr>
            <p:ph idx="2" type="subTitle"/>
          </p:nvPr>
        </p:nvSpPr>
        <p:spPr>
          <a:xfrm>
            <a:off x="3346988" y="2397375"/>
            <a:ext cx="24501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27" name="Google Shape;327;p54"/>
          <p:cNvSpPr txBox="1"/>
          <p:nvPr>
            <p:ph hasCustomPrompt="1" idx="3" type="title"/>
          </p:nvPr>
        </p:nvSpPr>
        <p:spPr>
          <a:xfrm>
            <a:off x="3346989" y="3389354"/>
            <a:ext cx="2450100" cy="8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28" name="Google Shape;328;p54"/>
          <p:cNvSpPr txBox="1"/>
          <p:nvPr>
            <p:ph idx="4" type="subTitle"/>
          </p:nvPr>
        </p:nvSpPr>
        <p:spPr>
          <a:xfrm>
            <a:off x="5969251" y="2397381"/>
            <a:ext cx="24501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29" name="Google Shape;329;p54"/>
          <p:cNvSpPr txBox="1"/>
          <p:nvPr>
            <p:ph hasCustomPrompt="1" idx="5" type="title"/>
          </p:nvPr>
        </p:nvSpPr>
        <p:spPr>
          <a:xfrm>
            <a:off x="5969252" y="3389368"/>
            <a:ext cx="2450100" cy="8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30" name="Google Shape;330;p54"/>
          <p:cNvSpPr txBox="1"/>
          <p:nvPr>
            <p:ph idx="6" type="subTitle"/>
          </p:nvPr>
        </p:nvSpPr>
        <p:spPr>
          <a:xfrm>
            <a:off x="899825" y="1494385"/>
            <a:ext cx="2099700" cy="5718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1" name="Google Shape;331;p54"/>
          <p:cNvSpPr txBox="1"/>
          <p:nvPr>
            <p:ph idx="7" type="subTitle"/>
          </p:nvPr>
        </p:nvSpPr>
        <p:spPr>
          <a:xfrm>
            <a:off x="3522097" y="1493353"/>
            <a:ext cx="2099700" cy="5718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2" name="Google Shape;332;p54"/>
          <p:cNvSpPr txBox="1"/>
          <p:nvPr>
            <p:ph idx="8" type="subTitle"/>
          </p:nvPr>
        </p:nvSpPr>
        <p:spPr>
          <a:xfrm>
            <a:off x="6144368" y="1493353"/>
            <a:ext cx="2099700" cy="5718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3" name="Google Shape;333;p54"/>
          <p:cNvSpPr txBox="1"/>
          <p:nvPr>
            <p:ph idx="9" type="title"/>
          </p:nvPr>
        </p:nvSpPr>
        <p:spPr>
          <a:xfrm>
            <a:off x="714850" y="342804"/>
            <a:ext cx="7714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TITLE_AND_BODY_1_1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5"/>
          <p:cNvSpPr txBox="1"/>
          <p:nvPr>
            <p:ph type="title"/>
          </p:nvPr>
        </p:nvSpPr>
        <p:spPr>
          <a:xfrm>
            <a:off x="713225" y="343445"/>
            <a:ext cx="4971000" cy="9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None/>
              <a:defRPr sz="6700"/>
            </a:lvl1pPr>
            <a:lvl2pPr lvl="1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336" name="Google Shape;336;p55"/>
          <p:cNvSpPr txBox="1"/>
          <p:nvPr>
            <p:ph idx="1" type="subTitle"/>
          </p:nvPr>
        </p:nvSpPr>
        <p:spPr>
          <a:xfrm>
            <a:off x="713225" y="2365673"/>
            <a:ext cx="4406100" cy="14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37" name="Google Shape;337;p55"/>
          <p:cNvSpPr/>
          <p:nvPr/>
        </p:nvSpPr>
        <p:spPr>
          <a:xfrm flipH="1">
            <a:off x="5855225" y="-228587"/>
            <a:ext cx="3647700" cy="3647700"/>
          </a:xfrm>
          <a:prstGeom prst="ellipse">
            <a:avLst/>
          </a:prstGeom>
          <a:gradFill>
            <a:gsLst>
              <a:gs pos="0">
                <a:srgbClr val="93E6D3">
                  <a:alpha val="76862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55"/>
          <p:cNvSpPr/>
          <p:nvPr/>
        </p:nvSpPr>
        <p:spPr>
          <a:xfrm>
            <a:off x="6211225" y="2193925"/>
            <a:ext cx="2454600" cy="24546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55"/>
          <p:cNvSpPr txBox="1"/>
          <p:nvPr/>
        </p:nvSpPr>
        <p:spPr>
          <a:xfrm>
            <a:off x="719375" y="3595933"/>
            <a:ext cx="4958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including icons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2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TITLE_AND_BODY_1_1_1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6"/>
          <p:cNvSpPr/>
          <p:nvPr/>
        </p:nvSpPr>
        <p:spPr>
          <a:xfrm flipH="1">
            <a:off x="-2160100" y="-2775592"/>
            <a:ext cx="5930400" cy="5930400"/>
          </a:xfrm>
          <a:prstGeom prst="ellipse">
            <a:avLst/>
          </a:prstGeom>
          <a:gradFill>
            <a:gsLst>
              <a:gs pos="0">
                <a:srgbClr val="93E6D3">
                  <a:alpha val="76862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56"/>
          <p:cNvSpPr/>
          <p:nvPr/>
        </p:nvSpPr>
        <p:spPr>
          <a:xfrm>
            <a:off x="324775" y="-845100"/>
            <a:ext cx="4516500" cy="4516500"/>
          </a:xfrm>
          <a:prstGeom prst="ellipse">
            <a:avLst/>
          </a:prstGeom>
          <a:gradFill>
            <a:gsLst>
              <a:gs pos="0">
                <a:srgbClr val="B8B9C0">
                  <a:alpha val="8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TITLE_AND_TWO_COLUMNS_1_4_1_2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7"/>
          <p:cNvSpPr/>
          <p:nvPr/>
        </p:nvSpPr>
        <p:spPr>
          <a:xfrm flipH="1">
            <a:off x="5358100" y="297774"/>
            <a:ext cx="3271800" cy="3271800"/>
          </a:xfrm>
          <a:prstGeom prst="ellipse">
            <a:avLst/>
          </a:prstGeom>
          <a:gradFill>
            <a:gsLst>
              <a:gs pos="0">
                <a:srgbClr val="44D4B4">
                  <a:alpha val="16862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57"/>
          <p:cNvSpPr/>
          <p:nvPr/>
        </p:nvSpPr>
        <p:spPr>
          <a:xfrm>
            <a:off x="5522900" y="-2706825"/>
            <a:ext cx="6145200" cy="61452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57"/>
          <p:cNvSpPr/>
          <p:nvPr/>
        </p:nvSpPr>
        <p:spPr>
          <a:xfrm>
            <a:off x="-972575" y="3098475"/>
            <a:ext cx="3170400" cy="3170400"/>
          </a:xfrm>
          <a:prstGeom prst="ellipse">
            <a:avLst/>
          </a:prstGeom>
          <a:gradFill>
            <a:gsLst>
              <a:gs pos="0">
                <a:srgbClr val="B8B9C0">
                  <a:alpha val="8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9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8"/>
          <p:cNvSpPr/>
          <p:nvPr/>
        </p:nvSpPr>
        <p:spPr>
          <a:xfrm>
            <a:off x="35528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9" name="Google Shape;349;p58"/>
          <p:cNvGrpSpPr/>
          <p:nvPr/>
        </p:nvGrpSpPr>
        <p:grpSpPr>
          <a:xfrm>
            <a:off x="-50475" y="232800"/>
            <a:ext cx="8961675" cy="4684500"/>
            <a:chOff x="-50475" y="232800"/>
            <a:chExt cx="8961675" cy="4684500"/>
          </a:xfrm>
        </p:grpSpPr>
        <p:sp>
          <p:nvSpPr>
            <p:cNvPr id="350" name="Google Shape;350;p5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51" name="Google Shape;351;p58"/>
            <p:cNvCxnSpPr/>
            <p:nvPr/>
          </p:nvCxnSpPr>
          <p:spPr>
            <a:xfrm rot="10800000">
              <a:off x="-50475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2" name="Google Shape;352;p58"/>
          <p:cNvSpPr txBox="1"/>
          <p:nvPr>
            <p:ph type="title"/>
          </p:nvPr>
        </p:nvSpPr>
        <p:spPr>
          <a:xfrm>
            <a:off x="720000" y="1203900"/>
            <a:ext cx="3198300" cy="15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53" name="Google Shape;353;p58"/>
          <p:cNvSpPr txBox="1"/>
          <p:nvPr>
            <p:ph idx="1" type="subTitle"/>
          </p:nvPr>
        </p:nvSpPr>
        <p:spPr>
          <a:xfrm>
            <a:off x="720000" y="2706062"/>
            <a:ext cx="3198300" cy="14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54" name="Google Shape;354;p58"/>
          <p:cNvSpPr/>
          <p:nvPr>
            <p:ph idx="2" type="pic"/>
          </p:nvPr>
        </p:nvSpPr>
        <p:spPr>
          <a:xfrm>
            <a:off x="4494050" y="0"/>
            <a:ext cx="4650000" cy="5143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BLANK_1_1_1_1_1_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9"/>
          <p:cNvSpPr/>
          <p:nvPr/>
        </p:nvSpPr>
        <p:spPr>
          <a:xfrm>
            <a:off x="-941925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7" name="Google Shape;357;p59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358" name="Google Shape;358;p5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59" name="Google Shape;359;p59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0" name="Google Shape;360;p59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61" name="Google Shape;361;p59"/>
          <p:cNvSpPr txBox="1"/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62" name="Google Shape;362;p59"/>
          <p:cNvSpPr txBox="1"/>
          <p:nvPr>
            <p:ph idx="1" type="subTitle"/>
          </p:nvPr>
        </p:nvSpPr>
        <p:spPr>
          <a:xfrm>
            <a:off x="788675" y="21058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63" name="Google Shape;363;p59"/>
          <p:cNvSpPr txBox="1"/>
          <p:nvPr>
            <p:ph idx="2" type="subTitle"/>
          </p:nvPr>
        </p:nvSpPr>
        <p:spPr>
          <a:xfrm>
            <a:off x="788675" y="3772552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64" name="Google Shape;364;p59"/>
          <p:cNvSpPr txBox="1"/>
          <p:nvPr>
            <p:ph idx="3" type="subTitle"/>
          </p:nvPr>
        </p:nvSpPr>
        <p:spPr>
          <a:xfrm>
            <a:off x="3418500" y="3772552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65" name="Google Shape;365;p59"/>
          <p:cNvSpPr txBox="1"/>
          <p:nvPr>
            <p:ph idx="4" type="subTitle"/>
          </p:nvPr>
        </p:nvSpPr>
        <p:spPr>
          <a:xfrm>
            <a:off x="3418500" y="21058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66" name="Google Shape;366;p59"/>
          <p:cNvSpPr txBox="1"/>
          <p:nvPr>
            <p:ph hasCustomPrompt="1" idx="5" type="title"/>
          </p:nvPr>
        </p:nvSpPr>
        <p:spPr>
          <a:xfrm>
            <a:off x="9195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67" name="Google Shape;367;p59"/>
          <p:cNvSpPr txBox="1"/>
          <p:nvPr>
            <p:ph hasCustomPrompt="1" idx="6" type="title"/>
          </p:nvPr>
        </p:nvSpPr>
        <p:spPr>
          <a:xfrm>
            <a:off x="3509050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68" name="Google Shape;368;p59"/>
          <p:cNvSpPr txBox="1"/>
          <p:nvPr>
            <p:ph hasCustomPrompt="1" idx="7" type="title"/>
          </p:nvPr>
        </p:nvSpPr>
        <p:spPr>
          <a:xfrm>
            <a:off x="9195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69" name="Google Shape;369;p59"/>
          <p:cNvSpPr txBox="1"/>
          <p:nvPr>
            <p:ph hasCustomPrompt="1" idx="8" type="title"/>
          </p:nvPr>
        </p:nvSpPr>
        <p:spPr>
          <a:xfrm>
            <a:off x="35282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70" name="Google Shape;370;p59"/>
          <p:cNvSpPr txBox="1"/>
          <p:nvPr>
            <p:ph idx="9" type="subTitle"/>
          </p:nvPr>
        </p:nvSpPr>
        <p:spPr>
          <a:xfrm>
            <a:off x="6048325" y="3772552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71" name="Google Shape;371;p59"/>
          <p:cNvSpPr txBox="1"/>
          <p:nvPr>
            <p:ph idx="13" type="subTitle"/>
          </p:nvPr>
        </p:nvSpPr>
        <p:spPr>
          <a:xfrm>
            <a:off x="6048325" y="21058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72" name="Google Shape;372;p59"/>
          <p:cNvSpPr txBox="1"/>
          <p:nvPr>
            <p:ph hasCustomPrompt="1" idx="14" type="title"/>
          </p:nvPr>
        </p:nvSpPr>
        <p:spPr>
          <a:xfrm>
            <a:off x="61369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73" name="Google Shape;373;p59"/>
          <p:cNvSpPr txBox="1"/>
          <p:nvPr>
            <p:ph hasCustomPrompt="1" idx="15" type="title"/>
          </p:nvPr>
        </p:nvSpPr>
        <p:spPr>
          <a:xfrm>
            <a:off x="61369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74" name="Google Shape;374;p59"/>
          <p:cNvSpPr txBox="1"/>
          <p:nvPr>
            <p:ph idx="16" type="subTitle"/>
          </p:nvPr>
        </p:nvSpPr>
        <p:spPr>
          <a:xfrm>
            <a:off x="788675" y="1848775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375" name="Google Shape;375;p59"/>
          <p:cNvSpPr txBox="1"/>
          <p:nvPr>
            <p:ph idx="17" type="subTitle"/>
          </p:nvPr>
        </p:nvSpPr>
        <p:spPr>
          <a:xfrm>
            <a:off x="788675" y="3503023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376" name="Google Shape;376;p59"/>
          <p:cNvSpPr txBox="1"/>
          <p:nvPr>
            <p:ph idx="18" type="subTitle"/>
          </p:nvPr>
        </p:nvSpPr>
        <p:spPr>
          <a:xfrm>
            <a:off x="3418500" y="3503023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377" name="Google Shape;377;p59"/>
          <p:cNvSpPr txBox="1"/>
          <p:nvPr>
            <p:ph idx="19" type="subTitle"/>
          </p:nvPr>
        </p:nvSpPr>
        <p:spPr>
          <a:xfrm>
            <a:off x="3418500" y="1848775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378" name="Google Shape;378;p59"/>
          <p:cNvSpPr txBox="1"/>
          <p:nvPr>
            <p:ph idx="20" type="subTitle"/>
          </p:nvPr>
        </p:nvSpPr>
        <p:spPr>
          <a:xfrm>
            <a:off x="6048325" y="3503023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379" name="Google Shape;379;p59"/>
          <p:cNvSpPr txBox="1"/>
          <p:nvPr>
            <p:ph idx="21" type="subTitle"/>
          </p:nvPr>
        </p:nvSpPr>
        <p:spPr>
          <a:xfrm>
            <a:off x="6048325" y="1848775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1">
  <p:cSld name="CUSTOM_9_1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0"/>
          <p:cNvSpPr txBox="1"/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382" name="Google Shape;382;p60"/>
          <p:cNvSpPr txBox="1"/>
          <p:nvPr>
            <p:ph idx="1" type="subTitle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383" name="Google Shape;383;p60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384" name="Google Shape;384;p60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60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" name="Google Shape;386;p60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" name="Google Shape;387;p60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88" name="Google Shape;388;p60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389" name="Google Shape;389;p6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6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6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6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6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6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5" name="Google Shape;395;p60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396" name="Google Shape;396;p6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6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6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6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0" name="Google Shape;400;p60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401" name="Google Shape;401;p6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6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6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6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5" name="Google Shape;405;p60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406" name="Google Shape;406;p6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6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6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6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6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6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2" name="Google Shape;412;p60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413" name="Google Shape;413;p6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6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6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16" name="Google Shape;416;p60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60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" name="Google Shape;418;p60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19" name="Google Shape;419;p60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420" name="Google Shape;420;p6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6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6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6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6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6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6" name="Google Shape;426;p60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427" name="Google Shape;427;p6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6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6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6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1" name="Google Shape;431;p60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432" name="Google Shape;432;p6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6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6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6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6" name="Google Shape;436;p60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60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60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60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60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60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2" name="Google Shape;442;p60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443" name="Google Shape;443;p6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6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6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6" name="Google Shape;446;p60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447" name="Google Shape;447;p6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6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6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0" name="Google Shape;450;p60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451" name="Google Shape;451;p6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6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6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della sezione 1">
  <p:cSld name="SECTION_HEADER_3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1"/>
          <p:cNvSpPr/>
          <p:nvPr/>
        </p:nvSpPr>
        <p:spPr>
          <a:xfrm>
            <a:off x="643372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6" name="Google Shape;456;p61"/>
          <p:cNvGrpSpPr/>
          <p:nvPr/>
        </p:nvGrpSpPr>
        <p:grpSpPr>
          <a:xfrm>
            <a:off x="713225" y="-62550"/>
            <a:ext cx="7717800" cy="5210100"/>
            <a:chOff x="713225" y="-62550"/>
            <a:chExt cx="7717800" cy="5210100"/>
          </a:xfrm>
        </p:grpSpPr>
        <p:sp>
          <p:nvSpPr>
            <p:cNvPr id="457" name="Google Shape;457;p61"/>
            <p:cNvSpPr/>
            <p:nvPr/>
          </p:nvSpPr>
          <p:spPr>
            <a:xfrm>
              <a:off x="713225" y="533550"/>
              <a:ext cx="77178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58" name="Google Shape;458;p61"/>
            <p:cNvCxnSpPr/>
            <p:nvPr/>
          </p:nvCxnSpPr>
          <p:spPr>
            <a:xfrm rot="10800000">
              <a:off x="713225" y="-62550"/>
              <a:ext cx="0" cy="596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9" name="Google Shape;459;p61"/>
            <p:cNvCxnSpPr/>
            <p:nvPr/>
          </p:nvCxnSpPr>
          <p:spPr>
            <a:xfrm>
              <a:off x="8430775" y="4608450"/>
              <a:ext cx="0" cy="539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60" name="Google Shape;460;p61"/>
          <p:cNvSpPr txBox="1"/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1" name="Google Shape;461;p61"/>
          <p:cNvSpPr txBox="1"/>
          <p:nvPr>
            <p:ph hasCustomPrompt="1"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3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62" name="Google Shape;462;p61"/>
          <p:cNvSpPr txBox="1"/>
          <p:nvPr>
            <p:ph idx="1" type="subTitle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1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33875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b="1" sz="36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b="1" sz="36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b="1" sz="36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b="1" sz="36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b="1" sz="36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b="1" sz="36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b="1" sz="36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b="1" sz="36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b="1" sz="36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6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302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○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302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302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○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302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302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302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○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302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2"/>
          <p:cNvSpPr txBox="1"/>
          <p:nvPr>
            <p:ph type="ctrTitle"/>
          </p:nvPr>
        </p:nvSpPr>
        <p:spPr>
          <a:xfrm>
            <a:off x="727525" y="859950"/>
            <a:ext cx="5351700" cy="9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  <a:latin typeface="Figtree"/>
                <a:ea typeface="Figtree"/>
                <a:cs typeface="Figtree"/>
                <a:sym typeface="Figtree"/>
              </a:rPr>
              <a:t>Funzioni Hash Crittografiche:</a:t>
            </a:r>
            <a:r>
              <a:rPr b="0" lang="en" sz="2500"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b="0" lang="en" sz="2500">
                <a:solidFill>
                  <a:srgbClr val="333333"/>
                </a:solidFill>
                <a:latin typeface="Inconsolata Black"/>
                <a:ea typeface="Inconsolata Black"/>
                <a:cs typeface="Inconsolata Black"/>
                <a:sym typeface="Inconsolata Black"/>
              </a:rPr>
              <a:t>confronto tra Poseidon e SHA-256</a:t>
            </a:r>
            <a:endParaRPr sz="2500"/>
          </a:p>
        </p:txBody>
      </p:sp>
      <p:cxnSp>
        <p:nvCxnSpPr>
          <p:cNvPr id="468" name="Google Shape;468;p62"/>
          <p:cNvCxnSpPr/>
          <p:nvPr/>
        </p:nvCxnSpPr>
        <p:spPr>
          <a:xfrm>
            <a:off x="480125" y="4484399"/>
            <a:ext cx="84267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9" name="Google Shape;469;p62"/>
          <p:cNvSpPr txBox="1"/>
          <p:nvPr>
            <p:ph idx="1" type="subTitle"/>
          </p:nvPr>
        </p:nvSpPr>
        <p:spPr>
          <a:xfrm>
            <a:off x="757250" y="2223750"/>
            <a:ext cx="6763500" cy="6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gtree"/>
                <a:ea typeface="Figtree"/>
                <a:cs typeface="Figtree"/>
                <a:sym typeface="Figtree"/>
              </a:rPr>
              <a:t>Corso di Laurea in Informatica - Macroarea di Scienze Matematiche, Fisiche e Naturali</a:t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470" name="Google Shape;47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600" y="2948600"/>
            <a:ext cx="3171072" cy="12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62"/>
          <p:cNvSpPr txBox="1"/>
          <p:nvPr>
            <p:ph idx="1" type="subTitle"/>
          </p:nvPr>
        </p:nvSpPr>
        <p:spPr>
          <a:xfrm>
            <a:off x="3836200" y="2948588"/>
            <a:ext cx="3714600" cy="12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gtree"/>
                <a:ea typeface="Figtree"/>
                <a:cs typeface="Figtree"/>
                <a:sym typeface="Figtree"/>
              </a:rPr>
              <a:t>Laureando: Mihai Alexandru Sandu </a:t>
            </a:r>
            <a:endParaRPr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gtree"/>
                <a:ea typeface="Figtree"/>
                <a:cs typeface="Figtree"/>
                <a:sym typeface="Figtree"/>
              </a:rPr>
              <a:t>Relatore: Francesco Pasquale</a:t>
            </a:r>
            <a:br>
              <a:rPr lang="en">
                <a:latin typeface="Figtree"/>
                <a:ea typeface="Figtree"/>
                <a:cs typeface="Figtree"/>
                <a:sym typeface="Figtree"/>
              </a:rPr>
            </a:br>
            <a:r>
              <a:rPr lang="en">
                <a:latin typeface="Figtree"/>
                <a:ea typeface="Figtree"/>
                <a:cs typeface="Figtree"/>
                <a:sym typeface="Figtree"/>
              </a:rPr>
              <a:t>Anno Accademico: 2024-2025</a:t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3"/>
          <p:cNvSpPr txBox="1"/>
          <p:nvPr>
            <p:ph type="title"/>
          </p:nvPr>
        </p:nvSpPr>
        <p:spPr>
          <a:xfrm>
            <a:off x="826050" y="822900"/>
            <a:ext cx="7491900" cy="5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 Funzioni Hash</a:t>
            </a:r>
            <a:endParaRPr/>
          </a:p>
        </p:txBody>
      </p:sp>
      <p:sp>
        <p:nvSpPr>
          <p:cNvPr id="477" name="Google Shape;477;p63"/>
          <p:cNvSpPr txBox="1"/>
          <p:nvPr>
            <p:ph idx="1" type="subTitle"/>
          </p:nvPr>
        </p:nvSpPr>
        <p:spPr>
          <a:xfrm>
            <a:off x="826050" y="1969375"/>
            <a:ext cx="7491900" cy="16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 funzioni hash sono fondamentali in crittografia perché permettono di trasformare input di lunghezza arbitraria in output a lunghezza fissa, il </a:t>
            </a:r>
            <a:r>
              <a:rPr i="1" lang="en"/>
              <a:t>digest</a:t>
            </a:r>
            <a:r>
              <a:rPr lang="en"/>
              <a:t>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H: {0, 1}</a:t>
            </a:r>
            <a:r>
              <a:rPr baseline="30000" lang="en"/>
              <a:t>∗</a:t>
            </a:r>
            <a:r>
              <a:rPr lang="en"/>
              <a:t> → {0, 1}</a:t>
            </a:r>
            <a:r>
              <a:rPr baseline="30000" lang="en"/>
              <a:t>n</a:t>
            </a:r>
            <a:endParaRPr baseline="30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78" name="Google Shape;47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0400" y="3014512"/>
            <a:ext cx="5003589" cy="58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4"/>
          <p:cNvSpPr txBox="1"/>
          <p:nvPr>
            <p:ph type="title"/>
          </p:nvPr>
        </p:nvSpPr>
        <p:spPr>
          <a:xfrm>
            <a:off x="826050" y="822900"/>
            <a:ext cx="7491900" cy="5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Proprietà fondamentali</a:t>
            </a:r>
            <a:endParaRPr/>
          </a:p>
        </p:txBody>
      </p:sp>
      <p:sp>
        <p:nvSpPr>
          <p:cNvPr id="484" name="Google Shape;484;p64"/>
          <p:cNvSpPr txBox="1"/>
          <p:nvPr>
            <p:ph idx="1" type="subTitle"/>
          </p:nvPr>
        </p:nvSpPr>
        <p:spPr>
          <a:xfrm>
            <a:off x="826050" y="1740775"/>
            <a:ext cx="7491900" cy="25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Sia H una funzione hash crittografica: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b="1" lang="en"/>
              <a:t>One-wayness</a:t>
            </a:r>
            <a:r>
              <a:rPr lang="en"/>
              <a:t>: D</a:t>
            </a:r>
            <a:r>
              <a:rPr lang="en"/>
              <a:t>ato il digest, è computazionalmente difficile risalire all’input.</a:t>
            </a:r>
            <a:br>
              <a:rPr lang="en"/>
            </a:b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/>
              <a:t>Second preimage resistance</a:t>
            </a:r>
            <a:r>
              <a:rPr lang="en"/>
              <a:t>: Dato un input x e il suo digest H(x), è difficile trovare x′ ̸= x tale che H(x) = H(x′).</a:t>
            </a:r>
            <a:br>
              <a:rPr lang="en"/>
            </a:b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/>
              <a:t>Collision resistance</a:t>
            </a:r>
            <a:r>
              <a:rPr lang="en"/>
              <a:t>: È difficile trovare due input distinti con lo stesso digest.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5"/>
          <p:cNvSpPr txBox="1"/>
          <p:nvPr>
            <p:ph type="title"/>
          </p:nvPr>
        </p:nvSpPr>
        <p:spPr>
          <a:xfrm>
            <a:off x="826050" y="822900"/>
            <a:ext cx="7491900" cy="5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Applicazioni</a:t>
            </a:r>
            <a:endParaRPr/>
          </a:p>
        </p:txBody>
      </p:sp>
      <p:sp>
        <p:nvSpPr>
          <p:cNvPr id="490" name="Google Shape;490;p65"/>
          <p:cNvSpPr txBox="1"/>
          <p:nvPr>
            <p:ph idx="1" type="subTitle"/>
          </p:nvPr>
        </p:nvSpPr>
        <p:spPr>
          <a:xfrm>
            <a:off x="826050" y="1588375"/>
            <a:ext cx="7491900" cy="28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Le Funzioni Hash Crittografiche vengono utilizzate in molti ambiti informatici: </a:t>
            </a:r>
            <a:r>
              <a:rPr lang="en" sz="1500"/>
              <a:t>Checksum, Firme,</a:t>
            </a:r>
            <a:r>
              <a:rPr lang="en" sz="1500"/>
              <a:t> </a:t>
            </a:r>
            <a:r>
              <a:rPr lang="en" sz="1500"/>
              <a:t>Blockchain,</a:t>
            </a:r>
            <a:r>
              <a:rPr lang="en" sz="1500"/>
              <a:t> </a:t>
            </a:r>
            <a:r>
              <a:rPr lang="en" sz="1500"/>
              <a:t>Memorizzazione Password, ...</a:t>
            </a:r>
            <a:br>
              <a:rPr lang="en" sz="1500"/>
            </a:br>
            <a:br>
              <a:rPr lang="en" sz="1500"/>
            </a:br>
            <a:r>
              <a:rPr lang="en" sz="1500"/>
              <a:t>Nel tempo sono state ideate diverse funzioni hash:</a:t>
            </a:r>
            <a:br>
              <a:rPr lang="en" sz="1500"/>
            </a:br>
            <a:r>
              <a:rPr lang="en" sz="1500"/>
              <a:t>- MD5: ad oggi deprecato</a:t>
            </a:r>
            <a:br>
              <a:rPr lang="en" sz="1500"/>
            </a:br>
            <a:r>
              <a:rPr lang="en" sz="1500"/>
              <a:t>- </a:t>
            </a:r>
            <a:r>
              <a:rPr lang="en" sz="1500"/>
              <a:t>SHA-256: ancora sicura utilizzata in protocolli come TLS/SSL</a:t>
            </a:r>
            <a:br>
              <a:rPr lang="en" sz="1500"/>
            </a:br>
            <a:r>
              <a:rPr lang="en" sz="1500"/>
              <a:t>- RIPEMD-160: ancora sicura utilizzata in Bitcoin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491" name="Google Shape;49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2375" y="3371725"/>
            <a:ext cx="1037275" cy="104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6"/>
          <p:cNvSpPr txBox="1"/>
          <p:nvPr>
            <p:ph idx="1" type="body"/>
          </p:nvPr>
        </p:nvSpPr>
        <p:spPr>
          <a:xfrm>
            <a:off x="640425" y="1429725"/>
            <a:ext cx="6611400" cy="30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Poseidon è una nuova Funzione Hash proposta nel 2019 da Lorenzo Grassi et al., che utilizza un struttura Sponge.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È progettata per essere efficiente su circuiti aritmetici nei campi primi finiti, </a:t>
            </a:r>
            <a:r>
              <a:rPr lang="en"/>
              <a:t>rendendola ideale per blockchain come Ethereum.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È</a:t>
            </a:r>
            <a:r>
              <a:rPr lang="en"/>
              <a:t> ottimizzata per le </a:t>
            </a:r>
            <a:r>
              <a:rPr i="1" lang="en"/>
              <a:t>Zero-Knowledge Proofs</a:t>
            </a:r>
            <a:r>
              <a:rPr lang="en"/>
              <a:t>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cioè tecniche crittografiche che permettono </a:t>
            </a:r>
            <a:br>
              <a:rPr lang="en"/>
            </a:br>
            <a:r>
              <a:rPr lang="en"/>
              <a:t>ad un </a:t>
            </a:r>
            <a:r>
              <a:rPr b="1" lang="en"/>
              <a:t>prover</a:t>
            </a:r>
            <a:r>
              <a:rPr lang="en"/>
              <a:t> di dimostrare a un </a:t>
            </a:r>
            <a:r>
              <a:rPr b="1" lang="en"/>
              <a:t>verifier</a:t>
            </a:r>
            <a:r>
              <a:rPr lang="en"/>
              <a:t> di conoscere </a:t>
            </a:r>
            <a:br>
              <a:rPr lang="en"/>
            </a:br>
            <a:r>
              <a:rPr lang="en"/>
              <a:t>un’informazione segreta, senza rivelarla. </a:t>
            </a:r>
            <a:endParaRPr i="1"/>
          </a:p>
        </p:txBody>
      </p:sp>
      <p:sp>
        <p:nvSpPr>
          <p:cNvPr id="497" name="Google Shape;497;p66"/>
          <p:cNvSpPr txBox="1"/>
          <p:nvPr>
            <p:ph type="title"/>
          </p:nvPr>
        </p:nvSpPr>
        <p:spPr>
          <a:xfrm>
            <a:off x="713225" y="659773"/>
            <a:ext cx="3590400" cy="5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Poseidon</a:t>
            </a:r>
            <a:endParaRPr sz="2800"/>
          </a:p>
        </p:txBody>
      </p:sp>
      <p:pic>
        <p:nvPicPr>
          <p:cNvPr id="498" name="Google Shape;49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1825" y="3015024"/>
            <a:ext cx="2098550" cy="167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7"/>
          <p:cNvSpPr txBox="1"/>
          <p:nvPr>
            <p:ph type="title"/>
          </p:nvPr>
        </p:nvSpPr>
        <p:spPr>
          <a:xfrm>
            <a:off x="713225" y="659773"/>
            <a:ext cx="3590400" cy="5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Poseidonπ</a:t>
            </a:r>
            <a:endParaRPr sz="2800"/>
          </a:p>
        </p:txBody>
      </p:sp>
      <p:sp>
        <p:nvSpPr>
          <p:cNvPr id="504" name="Google Shape;504;p67"/>
          <p:cNvSpPr txBox="1"/>
          <p:nvPr>
            <p:ph idx="1" type="body"/>
          </p:nvPr>
        </p:nvSpPr>
        <p:spPr>
          <a:xfrm>
            <a:off x="716625" y="1277325"/>
            <a:ext cx="3855300" cy="33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 permutazioni di poseidon sono divise in round parziali e round full. Ogni round è composto da 3 passi principali:</a:t>
            </a:r>
            <a:endParaRPr/>
          </a:p>
          <a:p>
            <a:pPr indent="-279400" lvl="0" marL="457200" rtl="0" algn="l">
              <a:spcBef>
                <a:spcPts val="1200"/>
              </a:spcBef>
              <a:spcAft>
                <a:spcPts val="0"/>
              </a:spcAft>
              <a:buSzPts val="800"/>
              <a:buAutoNum type="arabicPeriod"/>
            </a:pPr>
            <a:r>
              <a:rPr lang="en"/>
              <a:t>Addizione di </a:t>
            </a:r>
            <a:r>
              <a:rPr b="1" lang="en"/>
              <a:t>Costanti</a:t>
            </a:r>
            <a:r>
              <a:rPr lang="en"/>
              <a:t> di round.</a:t>
            </a:r>
            <a:br>
              <a:rPr lang="en"/>
            </a:br>
            <a:endParaRPr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AutoNum type="arabicPeriod"/>
            </a:pPr>
            <a:r>
              <a:rPr lang="en"/>
              <a:t>Applicazione dell’</a:t>
            </a:r>
            <a:r>
              <a:rPr b="1" lang="en"/>
              <a:t>S-box</a:t>
            </a:r>
            <a:r>
              <a:rPr lang="en"/>
              <a:t>: unica componente non lineare,</a:t>
            </a:r>
            <a:br>
              <a:rPr lang="en"/>
            </a:br>
            <a:r>
              <a:rPr lang="en"/>
              <a:t>S(x) = x</a:t>
            </a:r>
            <a:r>
              <a:rPr baseline="30000" lang="en"/>
              <a:t>α</a:t>
            </a:r>
            <a:br>
              <a:rPr lang="en"/>
            </a:br>
            <a:endParaRPr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AutoNum type="arabicPeriod"/>
            </a:pPr>
            <a:r>
              <a:rPr lang="en"/>
              <a:t>Mix Layer: Utilizzo di</a:t>
            </a:r>
            <a:r>
              <a:rPr b="1" lang="en"/>
              <a:t> Matrici MDS</a:t>
            </a:r>
            <a:r>
              <a:rPr lang="en"/>
              <a:t> (Maximum Distance Separable)</a:t>
            </a:r>
            <a:br>
              <a:rPr lang="en"/>
            </a:br>
            <a:endParaRPr/>
          </a:p>
        </p:txBody>
      </p:sp>
      <p:pic>
        <p:nvPicPr>
          <p:cNvPr id="505" name="Google Shape;50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8701" y="507375"/>
            <a:ext cx="3590400" cy="4146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8"/>
          <p:cNvSpPr txBox="1"/>
          <p:nvPr>
            <p:ph type="title"/>
          </p:nvPr>
        </p:nvSpPr>
        <p:spPr>
          <a:xfrm>
            <a:off x="826050" y="822900"/>
            <a:ext cx="7491900" cy="5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Bounty Program</a:t>
            </a:r>
            <a:endParaRPr/>
          </a:p>
        </p:txBody>
      </p:sp>
      <p:sp>
        <p:nvSpPr>
          <p:cNvPr id="511" name="Google Shape;511;p68"/>
          <p:cNvSpPr txBox="1"/>
          <p:nvPr>
            <p:ph idx="1" type="subTitle"/>
          </p:nvPr>
        </p:nvSpPr>
        <p:spPr>
          <a:xfrm>
            <a:off x="826050" y="1512175"/>
            <a:ext cx="7491900" cy="24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 incentivare la ricerca di vulnerabilità in Poseidon, e garantire la sua sicurezza, è stato istituito un Bounty Program con un montepremi di ben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3600" u="sng"/>
              <a:t>$130.000</a:t>
            </a:r>
            <a:br>
              <a:rPr lang="en"/>
            </a:br>
            <a:br>
              <a:rPr lang="en"/>
            </a:br>
            <a:r>
              <a:rPr lang="en"/>
              <a:t>che premia chiunque riesca a rompere l’algoritmo o versioni semplificate di esso.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9"/>
          <p:cNvSpPr txBox="1"/>
          <p:nvPr>
            <p:ph type="title"/>
          </p:nvPr>
        </p:nvSpPr>
        <p:spPr>
          <a:xfrm>
            <a:off x="826050" y="822900"/>
            <a:ext cx="7491900" cy="5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Implementazione di Poseidon</a:t>
            </a:r>
            <a:endParaRPr/>
          </a:p>
        </p:txBody>
      </p:sp>
      <p:sp>
        <p:nvSpPr>
          <p:cNvPr id="517" name="Google Shape;517;p69"/>
          <p:cNvSpPr txBox="1"/>
          <p:nvPr>
            <p:ph idx="1" type="subTitle"/>
          </p:nvPr>
        </p:nvSpPr>
        <p:spPr>
          <a:xfrm>
            <a:off x="826050" y="1740775"/>
            <a:ext cx="7491900" cy="24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Il lavoro svolto non ha come obiettivo la valutazione delle prestazioni computazionali bensì testare la robustezza di Poseidon.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È stato scelto Poseidon perché, pur essendo un algoritmo recente, è già usato in contesti molto importanti come Ethereum. 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Poiché non esistevano librerie funzionanti utilizzabili, è stata sviluppata un’implementazione da zero, seguendo le specifiche e linee guida del paper originale.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70"/>
          <p:cNvSpPr txBox="1"/>
          <p:nvPr>
            <p:ph idx="1" type="subTitle"/>
          </p:nvPr>
        </p:nvSpPr>
        <p:spPr>
          <a:xfrm>
            <a:off x="826050" y="1512175"/>
            <a:ext cx="7491900" cy="30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Nonostante la loro robustezza, le funzioni hash vengono testate attraverso tecniche crittoanalitiche avanzate (lineare, differenziale e algebrica).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Queste tecniche sono complesse e richiedono l’individuazione di eventuali debolezze, perciò sono stati svolti diversi test statistici</a:t>
            </a:r>
            <a:r>
              <a:rPr lang="en"/>
              <a:t>: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Avalanche Effect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Collision Resistance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Uniformità &amp; Chi-square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Bit Positional Analysis &amp; Shannon Entropy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Hash Pattern Analysis &amp; Autocorrelazion</a:t>
            </a:r>
            <a:r>
              <a:rPr lang="en"/>
              <a:t>e</a:t>
            </a:r>
            <a:endParaRPr/>
          </a:p>
        </p:txBody>
      </p:sp>
      <p:sp>
        <p:nvSpPr>
          <p:cNvPr id="523" name="Google Shape;523;p70"/>
          <p:cNvSpPr txBox="1"/>
          <p:nvPr>
            <p:ph type="title"/>
          </p:nvPr>
        </p:nvSpPr>
        <p:spPr>
          <a:xfrm>
            <a:off x="826050" y="822900"/>
            <a:ext cx="7491900" cy="5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Attacchi Noti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71"/>
          <p:cNvSpPr txBox="1"/>
          <p:nvPr>
            <p:ph idx="1" type="subTitle"/>
          </p:nvPr>
        </p:nvSpPr>
        <p:spPr>
          <a:xfrm>
            <a:off x="826050" y="1512175"/>
            <a:ext cx="7491900" cy="23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Andremo a vedere i test che hanno prodotto i risultati più significativi: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Collision Resistance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Uniformità &amp; Chi-square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Hash Pattern Analysis &amp; Autocorrelazione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Per eseguire questi test sono stati generati casualmente </a:t>
            </a:r>
            <a:r>
              <a:rPr b="1" lang="en"/>
              <a:t>1.000.000</a:t>
            </a:r>
            <a:r>
              <a:rPr lang="en"/>
              <a:t> di file da 1KB e computati dalle funzioni hash Poseidon e SHA-256 per confrontare i risultati.</a:t>
            </a:r>
            <a:endParaRPr/>
          </a:p>
        </p:txBody>
      </p:sp>
      <p:sp>
        <p:nvSpPr>
          <p:cNvPr id="529" name="Google Shape;529;p71"/>
          <p:cNvSpPr txBox="1"/>
          <p:nvPr>
            <p:ph type="title"/>
          </p:nvPr>
        </p:nvSpPr>
        <p:spPr>
          <a:xfrm>
            <a:off x="826050" y="822900"/>
            <a:ext cx="7491900" cy="5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Statistici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2"/>
          <p:cNvSpPr txBox="1"/>
          <p:nvPr>
            <p:ph idx="1" type="body"/>
          </p:nvPr>
        </p:nvSpPr>
        <p:spPr>
          <a:xfrm>
            <a:off x="716625" y="1277325"/>
            <a:ext cx="7705800" cy="26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collision resistance misura la difficoltà di trovare due input distinti con lo </a:t>
            </a:r>
            <a:r>
              <a:rPr b="1" lang="en"/>
              <a:t>stesso digest</a:t>
            </a:r>
            <a:r>
              <a:rPr lang="en"/>
              <a:t>. Normalmente, questi test vengono effettuati sull’intero digest.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Nel caso di digest di n bit, servono circa </a:t>
            </a:r>
            <a:r>
              <a:rPr b="1" lang="en"/>
              <a:t>2</a:t>
            </a:r>
            <a:r>
              <a:rPr b="1" baseline="30000" lang="en"/>
              <a:t>n/2</a:t>
            </a:r>
            <a:r>
              <a:rPr lang="en"/>
              <a:t> </a:t>
            </a:r>
            <a:r>
              <a:rPr b="1" lang="en"/>
              <a:t>input distinti</a:t>
            </a:r>
            <a:r>
              <a:rPr lang="en"/>
              <a:t> per avere ~50% di probabilità di collisione (Paradosso del Compleanno).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 digest lunghi, come i 256 bit utilizzati da Poseidon e SHA-256, è impossibile osservare collisioni utilizzando dataset di dimensione “piccola”, </a:t>
            </a:r>
            <a:r>
              <a:rPr lang="en"/>
              <a:t>servirebbero</a:t>
            </a:r>
            <a:r>
              <a:rPr lang="en"/>
              <a:t> 2</a:t>
            </a:r>
            <a:r>
              <a:rPr baseline="30000" lang="en"/>
              <a:t>128</a:t>
            </a:r>
            <a:r>
              <a:rPr lang="en"/>
              <a:t> input.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Si è deciso quindi di analizzare, non le collisioni sull’intero digest, ma su porzioni di esso.</a:t>
            </a:r>
            <a:endParaRPr/>
          </a:p>
        </p:txBody>
      </p:sp>
      <p:sp>
        <p:nvSpPr>
          <p:cNvPr id="535" name="Google Shape;535;p72"/>
          <p:cNvSpPr txBox="1"/>
          <p:nvPr>
            <p:ph type="title"/>
          </p:nvPr>
        </p:nvSpPr>
        <p:spPr>
          <a:xfrm>
            <a:off x="713225" y="507375"/>
            <a:ext cx="5811300" cy="5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Collision Resistance</a:t>
            </a:r>
            <a:endParaRPr sz="2800"/>
          </a:p>
        </p:txBody>
      </p:sp>
      <p:pic>
        <p:nvPicPr>
          <p:cNvPr id="536" name="Google Shape;53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9600" y="334288"/>
            <a:ext cx="1642399" cy="87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3"/>
          <p:cNvSpPr txBox="1"/>
          <p:nvPr>
            <p:ph idx="1" type="body"/>
          </p:nvPr>
        </p:nvSpPr>
        <p:spPr>
          <a:xfrm>
            <a:off x="716625" y="1124925"/>
            <a:ext cx="7705800" cy="14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Si analizzano le </a:t>
            </a:r>
            <a:r>
              <a:rPr b="1" lang="en"/>
              <a:t>collisioni</a:t>
            </a:r>
            <a:r>
              <a:rPr lang="en"/>
              <a:t> considerando solo </a:t>
            </a:r>
            <a:r>
              <a:rPr b="1" lang="en"/>
              <a:t>i primi </a:t>
            </a:r>
            <a:r>
              <a:rPr b="1" i="1" lang="en"/>
              <a:t>n</a:t>
            </a:r>
            <a:r>
              <a:rPr b="1" lang="en"/>
              <a:t> bit </a:t>
            </a:r>
            <a:r>
              <a:rPr lang="en"/>
              <a:t>del digest</a:t>
            </a:r>
            <a:r>
              <a:rPr lang="en"/>
              <a:t>.</a:t>
            </a:r>
            <a:r>
              <a:rPr lang="en"/>
              <a:t> </a:t>
            </a:r>
            <a:br>
              <a:rPr lang="en"/>
            </a:br>
            <a:r>
              <a:rPr lang="en"/>
              <a:t>Al crescere di n lo spazio di output aumenta e la frequenza di collisioni diminuisce rapidamente.</a:t>
            </a:r>
            <a:br>
              <a:rPr lang="en"/>
            </a:br>
            <a:r>
              <a:rPr lang="en"/>
              <a:t>Per n &gt; 32, il numero di collisioni osservate cala drasticamente, e tende a zero quando </a:t>
            </a:r>
            <a:br>
              <a:rPr lang="en"/>
            </a:br>
            <a:r>
              <a:rPr lang="en"/>
              <a:t>n ≥ 43. La quantità di collisioni per Poseidon e SHA-256 è molto simile. </a:t>
            </a:r>
            <a:endParaRPr/>
          </a:p>
        </p:txBody>
      </p:sp>
      <p:sp>
        <p:nvSpPr>
          <p:cNvPr id="542" name="Google Shape;542;p73"/>
          <p:cNvSpPr txBox="1"/>
          <p:nvPr>
            <p:ph type="title"/>
          </p:nvPr>
        </p:nvSpPr>
        <p:spPr>
          <a:xfrm>
            <a:off x="713225" y="507375"/>
            <a:ext cx="5811300" cy="5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Collision Resistance</a:t>
            </a:r>
            <a:endParaRPr sz="2800"/>
          </a:p>
        </p:txBody>
      </p:sp>
      <p:pic>
        <p:nvPicPr>
          <p:cNvPr id="543" name="Google Shape;54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75" y="2566950"/>
            <a:ext cx="4400650" cy="22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573538"/>
            <a:ext cx="4374277" cy="2187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74"/>
          <p:cNvSpPr txBox="1"/>
          <p:nvPr>
            <p:ph type="title"/>
          </p:nvPr>
        </p:nvSpPr>
        <p:spPr>
          <a:xfrm>
            <a:off x="713225" y="507375"/>
            <a:ext cx="5811300" cy="5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Uniformità &amp; Chi-square</a:t>
            </a:r>
            <a:endParaRPr sz="2800"/>
          </a:p>
        </p:txBody>
      </p:sp>
      <p:sp>
        <p:nvSpPr>
          <p:cNvPr id="550" name="Google Shape;550;p74"/>
          <p:cNvSpPr txBox="1"/>
          <p:nvPr>
            <p:ph idx="1" type="body"/>
          </p:nvPr>
        </p:nvSpPr>
        <p:spPr>
          <a:xfrm>
            <a:off x="716625" y="1124925"/>
            <a:ext cx="7705800" cy="26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Una buona funzione hash deve produrre output con </a:t>
            </a:r>
            <a:r>
              <a:rPr b="1" lang="en"/>
              <a:t>distribuzione uniforme</a:t>
            </a:r>
            <a:r>
              <a:rPr lang="en"/>
              <a:t>, simile a sequenze casuali.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Anche se deterministica, ci si aspetta che:</a:t>
            </a:r>
            <a:endParaRPr/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800"/>
              <a:buChar char="-"/>
            </a:pPr>
            <a:r>
              <a:rPr lang="en"/>
              <a:t>La proporzione di bit 0 e 1 sia </a:t>
            </a:r>
            <a:r>
              <a:rPr b="1" lang="en"/>
              <a:t>bilanciata</a:t>
            </a:r>
            <a:r>
              <a:rPr lang="en"/>
              <a:t> (~50% ciascuno).</a:t>
            </a:r>
            <a:endParaRPr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n"/>
              <a:t>Tutti i possibili byte (0-255) appaiano con </a:t>
            </a:r>
            <a:r>
              <a:rPr b="1" lang="en"/>
              <a:t>frequenze simili</a:t>
            </a:r>
            <a:r>
              <a:rPr lang="en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Il test </a:t>
            </a:r>
            <a:r>
              <a:rPr b="1" lang="en"/>
              <a:t>Chi-square</a:t>
            </a:r>
            <a:r>
              <a:rPr lang="en"/>
              <a:t> confronta le frequenze osservate con quelle attese e ricava il p-value, che indica la probabilità che le differenze siano significative o casuali.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5"/>
          <p:cNvSpPr txBox="1"/>
          <p:nvPr>
            <p:ph type="title"/>
          </p:nvPr>
        </p:nvSpPr>
        <p:spPr>
          <a:xfrm>
            <a:off x="713225" y="507375"/>
            <a:ext cx="4544700" cy="5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Uniformità &amp; Chi-square</a:t>
            </a:r>
            <a:endParaRPr sz="2800"/>
          </a:p>
        </p:txBody>
      </p:sp>
      <p:sp>
        <p:nvSpPr>
          <p:cNvPr id="556" name="Google Shape;556;p75"/>
          <p:cNvSpPr txBox="1"/>
          <p:nvPr>
            <p:ph idx="1" type="body"/>
          </p:nvPr>
        </p:nvSpPr>
        <p:spPr>
          <a:xfrm>
            <a:off x="716625" y="3870375"/>
            <a:ext cx="8122500" cy="8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Notare però i p-value diversi, questa differenza è dovuta al diverso design degli algoritmi. Tuttavia, entrambi sono sopra lo </a:t>
            </a:r>
            <a:r>
              <a:rPr b="1" lang="en"/>
              <a:t>0.05</a:t>
            </a:r>
            <a:r>
              <a:rPr lang="en"/>
              <a:t> confermando Poseidon come funzione hash affidabile.  </a:t>
            </a:r>
            <a:endParaRPr/>
          </a:p>
        </p:txBody>
      </p:sp>
      <p:sp>
        <p:nvSpPr>
          <p:cNvPr id="557" name="Google Shape;557;p75"/>
          <p:cNvSpPr txBox="1"/>
          <p:nvPr>
            <p:ph idx="1" type="body"/>
          </p:nvPr>
        </p:nvSpPr>
        <p:spPr>
          <a:xfrm>
            <a:off x="713225" y="1033575"/>
            <a:ext cx="4056300" cy="24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Sia SHA-256 che Poseidon hanno un rapporto tra bit 0 e 1 </a:t>
            </a:r>
            <a:r>
              <a:rPr b="1" lang="en"/>
              <a:t>bilanciato.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La frequenza media di ogni byte è circa </a:t>
            </a:r>
            <a:r>
              <a:rPr b="1" lang="en"/>
              <a:t>0.39%</a:t>
            </a:r>
            <a:r>
              <a:rPr lang="en"/>
              <a:t>, cioè 1/256.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Test Chi-square (χ²):</a:t>
            </a:r>
            <a:br>
              <a:rPr lang="en"/>
            </a:br>
            <a:r>
              <a:rPr lang="en"/>
              <a:t>- SHA-256: χ² = </a:t>
            </a:r>
            <a:r>
              <a:rPr b="1" lang="en"/>
              <a:t>247.3</a:t>
            </a:r>
            <a:r>
              <a:rPr lang="en"/>
              <a:t>, p-value = </a:t>
            </a:r>
            <a:r>
              <a:rPr b="1" lang="en"/>
              <a:t>0.6234</a:t>
            </a:r>
            <a:br>
              <a:rPr lang="en"/>
            </a:br>
            <a:r>
              <a:rPr lang="en"/>
              <a:t>- Poseidon: χ² = </a:t>
            </a:r>
            <a:r>
              <a:rPr b="1" lang="en"/>
              <a:t>291.6</a:t>
            </a:r>
            <a:r>
              <a:rPr lang="en"/>
              <a:t>, p-value = </a:t>
            </a:r>
            <a:r>
              <a:rPr b="1" lang="en"/>
              <a:t>0.0573</a:t>
            </a:r>
            <a:br>
              <a:rPr b="1" lang="en"/>
            </a:br>
            <a:r>
              <a:rPr lang="en"/>
              <a:t>Valori vicini all’ideale di 256</a:t>
            </a:r>
            <a:endParaRPr/>
          </a:p>
        </p:txBody>
      </p:sp>
      <p:pic>
        <p:nvPicPr>
          <p:cNvPr id="558" name="Google Shape;558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9900" y="772550"/>
            <a:ext cx="2998474" cy="3010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76"/>
          <p:cNvSpPr txBox="1"/>
          <p:nvPr>
            <p:ph type="title"/>
          </p:nvPr>
        </p:nvSpPr>
        <p:spPr>
          <a:xfrm>
            <a:off x="713225" y="507375"/>
            <a:ext cx="8061300" cy="5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Risultati Hash Pattern e Correlazione</a:t>
            </a:r>
            <a:endParaRPr sz="2800"/>
          </a:p>
        </p:txBody>
      </p:sp>
      <p:sp>
        <p:nvSpPr>
          <p:cNvPr id="564" name="Google Shape;564;p76"/>
          <p:cNvSpPr txBox="1"/>
          <p:nvPr>
            <p:ph idx="1" type="body"/>
          </p:nvPr>
        </p:nvSpPr>
        <p:spPr>
          <a:xfrm>
            <a:off x="716625" y="1124925"/>
            <a:ext cx="7760700" cy="32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 verifica la presenza di sequenze ripetute all’interno dei digest, contando eventuali collisioni. Se ne calcola anche l’Autocorrelazione (R), cioè la correlazione tra i bit di un hash e sé stesso traslato di un certo lag k (ritardo). </a:t>
            </a:r>
            <a:br>
              <a:rPr lang="en"/>
            </a:br>
            <a:r>
              <a:rPr lang="en"/>
              <a:t>Entrambi gli algoritmi hanno ottenuto i seguenti risultati:</a:t>
            </a:r>
            <a:br>
              <a:rPr lang="en"/>
            </a:br>
            <a:br>
              <a:rPr lang="en"/>
            </a:br>
            <a:r>
              <a:rPr lang="en"/>
              <a:t>Finestre analizzate:</a:t>
            </a:r>
            <a:br>
              <a:rPr lang="en"/>
            </a:br>
            <a:r>
              <a:rPr lang="en"/>
              <a:t>- 32 bit: tasso </a:t>
            </a:r>
            <a:r>
              <a:rPr b="1" lang="en"/>
              <a:t>praticamente nullo </a:t>
            </a:r>
            <a:r>
              <a:rPr lang="en"/>
              <a:t>di collisioni.</a:t>
            </a:r>
            <a:br>
              <a:rPr lang="en"/>
            </a:br>
            <a:r>
              <a:rPr lang="en"/>
              <a:t>- 24bit: </a:t>
            </a:r>
            <a:r>
              <a:rPr b="1" lang="en"/>
              <a:t>0.0007</a:t>
            </a:r>
            <a:r>
              <a:rPr lang="en"/>
              <a:t>%.</a:t>
            </a:r>
            <a:br>
              <a:rPr lang="en"/>
            </a:br>
            <a:r>
              <a:rPr lang="en"/>
              <a:t>- 16bit: </a:t>
            </a:r>
            <a:r>
              <a:rPr b="1" lang="en"/>
              <a:t>0.18</a:t>
            </a:r>
            <a:r>
              <a:rPr lang="en"/>
              <a:t>%.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Per quanto riguarda l’Autocorrelazione algoritmi hanno mostrato valori di autocorrelazione per lag &gt; 0 vicini a 0.25 (valore ideale), con una media di </a:t>
            </a:r>
            <a:r>
              <a:rPr b="1" lang="en"/>
              <a:t>0.2531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Poseidon mostra un comportamento statistico simile a SHA-256, senza evidenza di pattern ripetuti o correlazioni sfruttabili.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77"/>
          <p:cNvSpPr txBox="1"/>
          <p:nvPr>
            <p:ph type="title"/>
          </p:nvPr>
        </p:nvSpPr>
        <p:spPr>
          <a:xfrm>
            <a:off x="826050" y="822900"/>
            <a:ext cx="7491900" cy="5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Conclusioni e Sviluppi Futuri</a:t>
            </a:r>
            <a:endParaRPr/>
          </a:p>
        </p:txBody>
      </p:sp>
      <p:sp>
        <p:nvSpPr>
          <p:cNvPr id="570" name="Google Shape;570;p77"/>
          <p:cNvSpPr txBox="1"/>
          <p:nvPr>
            <p:ph idx="1" type="subTitle"/>
          </p:nvPr>
        </p:nvSpPr>
        <p:spPr>
          <a:xfrm>
            <a:off x="826050" y="1740775"/>
            <a:ext cx="7491900" cy="25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Poseidon ha dimostrato performance crittografiche </a:t>
            </a:r>
            <a:r>
              <a:rPr b="1" lang="en"/>
              <a:t>comparabili</a:t>
            </a:r>
            <a:r>
              <a:rPr lang="en"/>
              <a:t> a SHA-256 nei vari test statistici.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Confermandosi come robusto e privo di debolezze strutturali, risultando idoneo non solo per ambienti </a:t>
            </a:r>
            <a:r>
              <a:rPr i="1" lang="en"/>
              <a:t>ZKP</a:t>
            </a:r>
            <a:r>
              <a:rPr lang="en"/>
              <a:t>, ma potenzialmente anche per applicazioni più generali.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 risultati ottenuti aprono quindi la strada a futuri approfondimenti, come ad esempio quelli legati ad analisi crittoanalitiche avanzate.</a:t>
            </a:r>
            <a:endParaRPr/>
          </a:p>
        </p:txBody>
      </p:sp>
      <p:grpSp>
        <p:nvGrpSpPr>
          <p:cNvPr id="571" name="Google Shape;571;p77"/>
          <p:cNvGrpSpPr/>
          <p:nvPr/>
        </p:nvGrpSpPr>
        <p:grpSpPr>
          <a:xfrm>
            <a:off x="7132285" y="3861295"/>
            <a:ext cx="461066" cy="529953"/>
            <a:chOff x="-62496925" y="1931475"/>
            <a:chExt cx="275675" cy="316825"/>
          </a:xfrm>
        </p:grpSpPr>
        <p:sp>
          <p:nvSpPr>
            <p:cNvPr id="572" name="Google Shape;572;p77"/>
            <p:cNvSpPr/>
            <p:nvPr/>
          </p:nvSpPr>
          <p:spPr>
            <a:xfrm>
              <a:off x="-62496925" y="1931475"/>
              <a:ext cx="275675" cy="316825"/>
            </a:xfrm>
            <a:custGeom>
              <a:rect b="b" l="l" r="r" t="t"/>
              <a:pathLst>
                <a:path extrusionOk="0" h="12673" w="11027">
                  <a:moveTo>
                    <a:pt x="5514" y="1047"/>
                  </a:moveTo>
                  <a:cubicBezTo>
                    <a:pt x="6238" y="1519"/>
                    <a:pt x="7215" y="1834"/>
                    <a:pt x="8003" y="1834"/>
                  </a:cubicBezTo>
                  <a:cubicBezTo>
                    <a:pt x="8538" y="1834"/>
                    <a:pt x="9294" y="1708"/>
                    <a:pt x="10208" y="1204"/>
                  </a:cubicBezTo>
                  <a:lnTo>
                    <a:pt x="10208" y="5237"/>
                  </a:lnTo>
                  <a:cubicBezTo>
                    <a:pt x="10177" y="8198"/>
                    <a:pt x="8349" y="10845"/>
                    <a:pt x="5514" y="11821"/>
                  </a:cubicBezTo>
                  <a:cubicBezTo>
                    <a:pt x="2710" y="10845"/>
                    <a:pt x="820" y="8198"/>
                    <a:pt x="820" y="5237"/>
                  </a:cubicBezTo>
                  <a:lnTo>
                    <a:pt x="820" y="1204"/>
                  </a:lnTo>
                  <a:cubicBezTo>
                    <a:pt x="1513" y="1582"/>
                    <a:pt x="2269" y="1834"/>
                    <a:pt x="3025" y="1834"/>
                  </a:cubicBezTo>
                  <a:cubicBezTo>
                    <a:pt x="3844" y="1834"/>
                    <a:pt x="4758" y="1551"/>
                    <a:pt x="5514" y="1047"/>
                  </a:cubicBezTo>
                  <a:close/>
                  <a:moveTo>
                    <a:pt x="10654" y="1"/>
                  </a:moveTo>
                  <a:cubicBezTo>
                    <a:pt x="10567" y="1"/>
                    <a:pt x="10476" y="33"/>
                    <a:pt x="10397" y="102"/>
                  </a:cubicBezTo>
                  <a:cubicBezTo>
                    <a:pt x="9389" y="826"/>
                    <a:pt x="8538" y="952"/>
                    <a:pt x="8034" y="952"/>
                  </a:cubicBezTo>
                  <a:cubicBezTo>
                    <a:pt x="7310" y="952"/>
                    <a:pt x="6396" y="637"/>
                    <a:pt x="5766" y="165"/>
                  </a:cubicBezTo>
                  <a:cubicBezTo>
                    <a:pt x="5703" y="102"/>
                    <a:pt x="5616" y="70"/>
                    <a:pt x="5526" y="70"/>
                  </a:cubicBezTo>
                  <a:cubicBezTo>
                    <a:pt x="5435" y="70"/>
                    <a:pt x="5341" y="102"/>
                    <a:pt x="5262" y="165"/>
                  </a:cubicBezTo>
                  <a:cubicBezTo>
                    <a:pt x="4632" y="637"/>
                    <a:pt x="3781" y="952"/>
                    <a:pt x="3025" y="952"/>
                  </a:cubicBezTo>
                  <a:cubicBezTo>
                    <a:pt x="2237" y="952"/>
                    <a:pt x="1450" y="637"/>
                    <a:pt x="662" y="102"/>
                  </a:cubicBezTo>
                  <a:cubicBezTo>
                    <a:pt x="582" y="40"/>
                    <a:pt x="495" y="13"/>
                    <a:pt x="411" y="13"/>
                  </a:cubicBezTo>
                  <a:cubicBezTo>
                    <a:pt x="196" y="13"/>
                    <a:pt x="0" y="190"/>
                    <a:pt x="0" y="417"/>
                  </a:cubicBezTo>
                  <a:lnTo>
                    <a:pt x="0" y="5237"/>
                  </a:lnTo>
                  <a:cubicBezTo>
                    <a:pt x="0" y="8608"/>
                    <a:pt x="2080" y="11601"/>
                    <a:pt x="5388" y="12641"/>
                  </a:cubicBezTo>
                  <a:cubicBezTo>
                    <a:pt x="5419" y="12641"/>
                    <a:pt x="5451" y="12672"/>
                    <a:pt x="5514" y="12672"/>
                  </a:cubicBezTo>
                  <a:cubicBezTo>
                    <a:pt x="5545" y="12672"/>
                    <a:pt x="5577" y="12672"/>
                    <a:pt x="5640" y="12641"/>
                  </a:cubicBezTo>
                  <a:cubicBezTo>
                    <a:pt x="8979" y="11538"/>
                    <a:pt x="11027" y="8513"/>
                    <a:pt x="11027" y="5237"/>
                  </a:cubicBezTo>
                  <a:lnTo>
                    <a:pt x="11027" y="417"/>
                  </a:lnTo>
                  <a:cubicBezTo>
                    <a:pt x="11027" y="157"/>
                    <a:pt x="10848" y="1"/>
                    <a:pt x="106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2225" lIns="132225" spcFirstLastPara="1" rIns="132225" wrap="square" tIns="132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77"/>
            <p:cNvSpPr/>
            <p:nvPr/>
          </p:nvSpPr>
          <p:spPr>
            <a:xfrm>
              <a:off x="-62390600" y="2016700"/>
              <a:ext cx="63025" cy="146525"/>
            </a:xfrm>
            <a:custGeom>
              <a:rect b="b" l="l" r="r" t="t"/>
              <a:pathLst>
                <a:path extrusionOk="0" h="5861" w="2521">
                  <a:moveTo>
                    <a:pt x="1261" y="1"/>
                  </a:moveTo>
                  <a:cubicBezTo>
                    <a:pt x="1009" y="1"/>
                    <a:pt x="820" y="190"/>
                    <a:pt x="820" y="410"/>
                  </a:cubicBezTo>
                  <a:lnTo>
                    <a:pt x="820" y="694"/>
                  </a:lnTo>
                  <a:cubicBezTo>
                    <a:pt x="347" y="851"/>
                    <a:pt x="1" y="1324"/>
                    <a:pt x="1" y="1891"/>
                  </a:cubicBezTo>
                  <a:cubicBezTo>
                    <a:pt x="1" y="2553"/>
                    <a:pt x="536" y="2931"/>
                    <a:pt x="977" y="3246"/>
                  </a:cubicBezTo>
                  <a:cubicBezTo>
                    <a:pt x="1292" y="3498"/>
                    <a:pt x="1639" y="3718"/>
                    <a:pt x="1639" y="3970"/>
                  </a:cubicBezTo>
                  <a:cubicBezTo>
                    <a:pt x="1639" y="4191"/>
                    <a:pt x="1450" y="4411"/>
                    <a:pt x="1261" y="4411"/>
                  </a:cubicBezTo>
                  <a:cubicBezTo>
                    <a:pt x="1040" y="4411"/>
                    <a:pt x="820" y="4191"/>
                    <a:pt x="820" y="3970"/>
                  </a:cubicBezTo>
                  <a:cubicBezTo>
                    <a:pt x="820" y="3718"/>
                    <a:pt x="631" y="3561"/>
                    <a:pt x="410" y="3561"/>
                  </a:cubicBezTo>
                  <a:cubicBezTo>
                    <a:pt x="221" y="3561"/>
                    <a:pt x="32" y="3781"/>
                    <a:pt x="32" y="3970"/>
                  </a:cubicBezTo>
                  <a:cubicBezTo>
                    <a:pt x="32" y="4506"/>
                    <a:pt x="379" y="4947"/>
                    <a:pt x="851" y="5136"/>
                  </a:cubicBezTo>
                  <a:lnTo>
                    <a:pt x="851" y="5419"/>
                  </a:lnTo>
                  <a:cubicBezTo>
                    <a:pt x="851" y="5671"/>
                    <a:pt x="1040" y="5861"/>
                    <a:pt x="1292" y="5861"/>
                  </a:cubicBezTo>
                  <a:cubicBezTo>
                    <a:pt x="1513" y="5861"/>
                    <a:pt x="1670" y="5671"/>
                    <a:pt x="1670" y="5419"/>
                  </a:cubicBezTo>
                  <a:lnTo>
                    <a:pt x="1670" y="5136"/>
                  </a:lnTo>
                  <a:cubicBezTo>
                    <a:pt x="2143" y="4978"/>
                    <a:pt x="2521" y="4506"/>
                    <a:pt x="2521" y="3970"/>
                  </a:cubicBezTo>
                  <a:cubicBezTo>
                    <a:pt x="2521" y="3309"/>
                    <a:pt x="1954" y="2899"/>
                    <a:pt x="1513" y="2584"/>
                  </a:cubicBezTo>
                  <a:cubicBezTo>
                    <a:pt x="1198" y="2363"/>
                    <a:pt x="851" y="2111"/>
                    <a:pt x="851" y="1891"/>
                  </a:cubicBezTo>
                  <a:cubicBezTo>
                    <a:pt x="851" y="1670"/>
                    <a:pt x="1040" y="1481"/>
                    <a:pt x="1261" y="1481"/>
                  </a:cubicBezTo>
                  <a:cubicBezTo>
                    <a:pt x="1481" y="1481"/>
                    <a:pt x="1639" y="1670"/>
                    <a:pt x="1639" y="1891"/>
                  </a:cubicBezTo>
                  <a:cubicBezTo>
                    <a:pt x="1639" y="2111"/>
                    <a:pt x="1828" y="2300"/>
                    <a:pt x="2080" y="2300"/>
                  </a:cubicBezTo>
                  <a:cubicBezTo>
                    <a:pt x="2300" y="2300"/>
                    <a:pt x="2458" y="2111"/>
                    <a:pt x="2458" y="1891"/>
                  </a:cubicBezTo>
                  <a:cubicBezTo>
                    <a:pt x="2458" y="1324"/>
                    <a:pt x="2111" y="883"/>
                    <a:pt x="1639" y="694"/>
                  </a:cubicBezTo>
                  <a:lnTo>
                    <a:pt x="1639" y="410"/>
                  </a:lnTo>
                  <a:cubicBezTo>
                    <a:pt x="1639" y="190"/>
                    <a:pt x="1450" y="1"/>
                    <a:pt x="12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2225" lIns="132225" spcFirstLastPara="1" rIns="132225" wrap="square" tIns="132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8"/>
          <p:cNvSpPr txBox="1"/>
          <p:nvPr>
            <p:ph type="title"/>
          </p:nvPr>
        </p:nvSpPr>
        <p:spPr>
          <a:xfrm>
            <a:off x="2042100" y="1574400"/>
            <a:ext cx="5059800" cy="19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>
                <a:latin typeface="Figtree"/>
                <a:ea typeface="Figtree"/>
                <a:cs typeface="Figtree"/>
                <a:sym typeface="Figtree"/>
              </a:rPr>
              <a:t>Grazie per l’attenzione!</a:t>
            </a:r>
            <a:endParaRPr sz="58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79" name="Google Shape;579;p78"/>
          <p:cNvSpPr/>
          <p:nvPr/>
        </p:nvSpPr>
        <p:spPr>
          <a:xfrm>
            <a:off x="2543175" y="3607600"/>
            <a:ext cx="4043400" cy="82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chnology Consulting Toolkit by Slidesgo">
  <a:themeElements>
    <a:clrScheme name="Simple Light">
      <a:dk1>
        <a:srgbClr val="212121"/>
      </a:dk1>
      <a:lt1>
        <a:srgbClr val="305C54"/>
      </a:lt1>
      <a:dk2>
        <a:srgbClr val="93C47D"/>
      </a:dk2>
      <a:lt2>
        <a:srgbClr val="F3F3F3"/>
      </a:lt2>
      <a:accent1>
        <a:srgbClr val="93C47D"/>
      </a:accent1>
      <a:accent2>
        <a:srgbClr val="4C9484"/>
      </a:accent2>
      <a:accent3>
        <a:srgbClr val="B8B9C0"/>
      </a:accent3>
      <a:accent4>
        <a:srgbClr val="FFFFFF"/>
      </a:accent4>
      <a:accent5>
        <a:srgbClr val="FFFFFF"/>
      </a:accent5>
      <a:accent6>
        <a:srgbClr val="FFFFFF"/>
      </a:accent6>
      <a:hlink>
        <a:srgbClr val="2121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